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1" d="100"/>
          <a:sy n="61" d="100"/>
        </p:scale>
        <p:origin x="788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453001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arScreen_Water_3"/>
          <p:cNvSpPr/>
          <p:nvPr/>
        </p:nvSpPr>
        <p:spPr>
          <a:xfrm>
            <a:off x="685800" y="1682496"/>
            <a:ext cx="1143000" cy="877824"/>
          </a:xfrm>
          <a:prstGeom prst="rect">
            <a:avLst/>
          </a:prstGeom>
          <a:solidFill>
            <a:srgbClr val="C9B48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BarScreen_Surface_4"/>
          <p:cNvSpPr/>
          <p:nvPr/>
        </p:nvSpPr>
        <p:spPr>
          <a:xfrm>
            <a:off x="685800" y="1682496"/>
            <a:ext cx="1143000" cy="0"/>
          </a:xfrm>
          <a:prstGeom prst="line">
            <a:avLst/>
          </a:prstGeom>
          <a:noFill/>
          <a:ln w="12700">
            <a:solidFill>
              <a:srgbClr val="5B8D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BarScreen_Wall_5"/>
          <p:cNvSpPr/>
          <p:nvPr/>
        </p:nvSpPr>
        <p:spPr>
          <a:xfrm>
            <a:off x="685800" y="1463040"/>
            <a:ext cx="0" cy="1097280"/>
          </a:xfrm>
          <a:prstGeom prst="line">
            <a:avLst/>
          </a:prstGeom>
          <a:noFill/>
          <a:ln w="381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BarScreen_Wall_6"/>
          <p:cNvSpPr/>
          <p:nvPr/>
        </p:nvSpPr>
        <p:spPr>
          <a:xfrm>
            <a:off x="1828800" y="1463040"/>
            <a:ext cx="0" cy="1097280"/>
          </a:xfrm>
          <a:prstGeom prst="line">
            <a:avLst/>
          </a:prstGeom>
          <a:noFill/>
          <a:ln w="381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BarScreen_Floor_7"/>
          <p:cNvSpPr/>
          <p:nvPr/>
        </p:nvSpPr>
        <p:spPr>
          <a:xfrm>
            <a:off x="672084" y="2560320"/>
            <a:ext cx="1170432" cy="0"/>
          </a:xfrm>
          <a:prstGeom prst="line">
            <a:avLst/>
          </a:prstGeom>
          <a:noFill/>
          <a:ln w="381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creen_Bar_8"/>
          <p:cNvSpPr/>
          <p:nvPr/>
        </p:nvSpPr>
        <p:spPr>
          <a:xfrm flipV="1">
            <a:off x="896112" y="1389888"/>
            <a:ext cx="292608" cy="1124712"/>
          </a:xfrm>
          <a:prstGeom prst="line">
            <a:avLst/>
          </a:prstGeom>
          <a:noFill/>
          <a:ln w="15875">
            <a:solidFill>
              <a:srgbClr val="37415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creen_Bar_9"/>
          <p:cNvSpPr/>
          <p:nvPr/>
        </p:nvSpPr>
        <p:spPr>
          <a:xfrm flipV="1">
            <a:off x="941832" y="1389888"/>
            <a:ext cx="292608" cy="1124712"/>
          </a:xfrm>
          <a:prstGeom prst="line">
            <a:avLst/>
          </a:prstGeom>
          <a:noFill/>
          <a:ln w="15875">
            <a:solidFill>
              <a:srgbClr val="37415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creen_Bar_10"/>
          <p:cNvSpPr/>
          <p:nvPr/>
        </p:nvSpPr>
        <p:spPr>
          <a:xfrm flipV="1">
            <a:off x="987552" y="1389888"/>
            <a:ext cx="292608" cy="1124712"/>
          </a:xfrm>
          <a:prstGeom prst="line">
            <a:avLst/>
          </a:prstGeom>
          <a:noFill/>
          <a:ln w="15875">
            <a:solidFill>
              <a:srgbClr val="37415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creen_Bar_11"/>
          <p:cNvSpPr/>
          <p:nvPr/>
        </p:nvSpPr>
        <p:spPr>
          <a:xfrm flipV="1">
            <a:off x="1033272" y="1389888"/>
            <a:ext cx="292608" cy="1124712"/>
          </a:xfrm>
          <a:prstGeom prst="line">
            <a:avLst/>
          </a:prstGeom>
          <a:noFill/>
          <a:ln w="15875">
            <a:solidFill>
              <a:srgbClr val="37415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creen_Bar_12"/>
          <p:cNvSpPr/>
          <p:nvPr/>
        </p:nvSpPr>
        <p:spPr>
          <a:xfrm flipV="1">
            <a:off x="1325880" y="1389888"/>
            <a:ext cx="292608" cy="1124712"/>
          </a:xfrm>
          <a:prstGeom prst="line">
            <a:avLst/>
          </a:prstGeom>
          <a:noFill/>
          <a:ln w="15875">
            <a:solidFill>
              <a:srgbClr val="37415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creen_Bar_13"/>
          <p:cNvSpPr/>
          <p:nvPr/>
        </p:nvSpPr>
        <p:spPr>
          <a:xfrm flipV="1">
            <a:off x="1371600" y="1389888"/>
            <a:ext cx="292608" cy="1124712"/>
          </a:xfrm>
          <a:prstGeom prst="line">
            <a:avLst/>
          </a:prstGeom>
          <a:noFill/>
          <a:ln w="15875">
            <a:solidFill>
              <a:srgbClr val="37415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creen_Bar_14"/>
          <p:cNvSpPr/>
          <p:nvPr/>
        </p:nvSpPr>
        <p:spPr>
          <a:xfrm flipV="1">
            <a:off x="1417320" y="1389888"/>
            <a:ext cx="292608" cy="1124712"/>
          </a:xfrm>
          <a:prstGeom prst="line">
            <a:avLst/>
          </a:prstGeom>
          <a:noFill/>
          <a:ln w="15875">
            <a:solidFill>
              <a:srgbClr val="37415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creen_Bar_15"/>
          <p:cNvSpPr/>
          <p:nvPr/>
        </p:nvSpPr>
        <p:spPr>
          <a:xfrm flipV="1">
            <a:off x="1463040" y="1389888"/>
            <a:ext cx="292608" cy="1124712"/>
          </a:xfrm>
          <a:prstGeom prst="line">
            <a:avLst/>
          </a:prstGeom>
          <a:noFill/>
          <a:ln w="15875">
            <a:solidFill>
              <a:srgbClr val="37415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OGTrap_Water_16"/>
          <p:cNvSpPr/>
          <p:nvPr/>
        </p:nvSpPr>
        <p:spPr>
          <a:xfrm>
            <a:off x="2148840" y="1682496"/>
            <a:ext cx="1143000" cy="877824"/>
          </a:xfrm>
          <a:prstGeom prst="rect">
            <a:avLst/>
          </a:prstGeom>
          <a:solidFill>
            <a:srgbClr val="C9B48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OGTrap_Surface_17"/>
          <p:cNvSpPr/>
          <p:nvPr/>
        </p:nvSpPr>
        <p:spPr>
          <a:xfrm>
            <a:off x="2148840" y="1682496"/>
            <a:ext cx="1143000" cy="0"/>
          </a:xfrm>
          <a:prstGeom prst="line">
            <a:avLst/>
          </a:prstGeom>
          <a:noFill/>
          <a:ln w="12700">
            <a:solidFill>
              <a:srgbClr val="5B8D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OGTrap_Wall_18"/>
          <p:cNvSpPr/>
          <p:nvPr/>
        </p:nvSpPr>
        <p:spPr>
          <a:xfrm>
            <a:off x="2148840" y="1463040"/>
            <a:ext cx="0" cy="1097280"/>
          </a:xfrm>
          <a:prstGeom prst="line">
            <a:avLst/>
          </a:prstGeom>
          <a:noFill/>
          <a:ln w="381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OGTrap_Wall_19"/>
          <p:cNvSpPr/>
          <p:nvPr/>
        </p:nvSpPr>
        <p:spPr>
          <a:xfrm>
            <a:off x="3291840" y="1463040"/>
            <a:ext cx="0" cy="1097280"/>
          </a:xfrm>
          <a:prstGeom prst="line">
            <a:avLst/>
          </a:prstGeom>
          <a:noFill/>
          <a:ln w="381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OGTrap_Floor_20"/>
          <p:cNvSpPr/>
          <p:nvPr/>
        </p:nvSpPr>
        <p:spPr>
          <a:xfrm>
            <a:off x="2135124" y="2560320"/>
            <a:ext cx="1170432" cy="0"/>
          </a:xfrm>
          <a:prstGeom prst="line">
            <a:avLst/>
          </a:prstGeom>
          <a:noFill/>
          <a:ln w="381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OGTrap_Oil_21"/>
          <p:cNvSpPr/>
          <p:nvPr/>
        </p:nvSpPr>
        <p:spPr>
          <a:xfrm>
            <a:off x="2167128" y="1682496"/>
            <a:ext cx="530352" cy="64008"/>
          </a:xfrm>
          <a:prstGeom prst="rect">
            <a:avLst/>
          </a:prstGeom>
          <a:solidFill>
            <a:srgbClr val="E3B2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OGTrap_Baffle_22"/>
          <p:cNvSpPr/>
          <p:nvPr/>
        </p:nvSpPr>
        <p:spPr>
          <a:xfrm>
            <a:off x="2697480" y="1417320"/>
            <a:ext cx="45720" cy="777240"/>
          </a:xfrm>
          <a:prstGeom prst="rect">
            <a:avLst/>
          </a:prstGeom>
          <a:solidFill>
            <a:srgbClr val="47556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OGTrap_Weir_23"/>
          <p:cNvSpPr/>
          <p:nvPr/>
        </p:nvSpPr>
        <p:spPr>
          <a:xfrm>
            <a:off x="2971800" y="2148840"/>
            <a:ext cx="45720" cy="411480"/>
          </a:xfrm>
          <a:prstGeom prst="rect">
            <a:avLst/>
          </a:prstGeom>
          <a:solidFill>
            <a:srgbClr val="47556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EQTank_Water_24"/>
          <p:cNvSpPr/>
          <p:nvPr/>
        </p:nvSpPr>
        <p:spPr>
          <a:xfrm>
            <a:off x="3611880" y="1682496"/>
            <a:ext cx="1371600" cy="877824"/>
          </a:xfrm>
          <a:prstGeom prst="rect">
            <a:avLst/>
          </a:prstGeom>
          <a:solidFill>
            <a:srgbClr val="C9B48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EQTank_Surface_25"/>
          <p:cNvSpPr/>
          <p:nvPr/>
        </p:nvSpPr>
        <p:spPr>
          <a:xfrm>
            <a:off x="3611880" y="1682496"/>
            <a:ext cx="1371600" cy="0"/>
          </a:xfrm>
          <a:prstGeom prst="line">
            <a:avLst/>
          </a:prstGeom>
          <a:noFill/>
          <a:ln w="12700">
            <a:solidFill>
              <a:srgbClr val="5B8D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EQTank_Wall_26"/>
          <p:cNvSpPr/>
          <p:nvPr/>
        </p:nvSpPr>
        <p:spPr>
          <a:xfrm>
            <a:off x="3611880" y="1463040"/>
            <a:ext cx="0" cy="1097280"/>
          </a:xfrm>
          <a:prstGeom prst="line">
            <a:avLst/>
          </a:prstGeom>
          <a:noFill/>
          <a:ln w="381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EQTank_Wall_27"/>
          <p:cNvSpPr/>
          <p:nvPr/>
        </p:nvSpPr>
        <p:spPr>
          <a:xfrm>
            <a:off x="4983480" y="1463040"/>
            <a:ext cx="0" cy="1097280"/>
          </a:xfrm>
          <a:prstGeom prst="line">
            <a:avLst/>
          </a:prstGeom>
          <a:noFill/>
          <a:ln w="381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EQTank_Floor_28"/>
          <p:cNvSpPr/>
          <p:nvPr/>
        </p:nvSpPr>
        <p:spPr>
          <a:xfrm>
            <a:off x="3598164" y="2560320"/>
            <a:ext cx="1399032" cy="0"/>
          </a:xfrm>
          <a:prstGeom prst="line">
            <a:avLst/>
          </a:prstGeom>
          <a:noFill/>
          <a:ln w="381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EQ_Diffuser_29"/>
          <p:cNvSpPr/>
          <p:nvPr/>
        </p:nvSpPr>
        <p:spPr>
          <a:xfrm>
            <a:off x="3749040" y="2432304"/>
            <a:ext cx="777240" cy="41148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EQ_Bubble_30"/>
          <p:cNvSpPr/>
          <p:nvPr/>
        </p:nvSpPr>
        <p:spPr>
          <a:xfrm>
            <a:off x="4099432" y="2084736"/>
            <a:ext cx="63309" cy="63309"/>
          </a:xfrm>
          <a:prstGeom prst="ellipse">
            <a:avLst/>
          </a:prstGeom>
          <a:solidFill>
            <a:srgbClr val="FFFFFF"/>
          </a:solidFill>
          <a:ln w="6350">
            <a:solidFill>
              <a:srgbClr val="7FB8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EQ_Bubble_31"/>
          <p:cNvSpPr/>
          <p:nvPr/>
        </p:nvSpPr>
        <p:spPr>
          <a:xfrm>
            <a:off x="3920774" y="2005201"/>
            <a:ext cx="82611" cy="82611"/>
          </a:xfrm>
          <a:prstGeom prst="ellipse">
            <a:avLst/>
          </a:prstGeom>
          <a:solidFill>
            <a:srgbClr val="FFFFFF"/>
          </a:solidFill>
          <a:ln w="6350">
            <a:solidFill>
              <a:srgbClr val="7FB8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EQ_Bubble_32"/>
          <p:cNvSpPr/>
          <p:nvPr/>
        </p:nvSpPr>
        <p:spPr>
          <a:xfrm>
            <a:off x="3805279" y="2262090"/>
            <a:ext cx="86711" cy="86711"/>
          </a:xfrm>
          <a:prstGeom prst="ellipse">
            <a:avLst/>
          </a:prstGeom>
          <a:solidFill>
            <a:srgbClr val="FFFFFF"/>
          </a:solidFill>
          <a:ln w="6350">
            <a:solidFill>
              <a:srgbClr val="7FB8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EQ_Bubble_33"/>
          <p:cNvSpPr/>
          <p:nvPr/>
        </p:nvSpPr>
        <p:spPr>
          <a:xfrm>
            <a:off x="4028411" y="1904048"/>
            <a:ext cx="96184" cy="96184"/>
          </a:xfrm>
          <a:prstGeom prst="ellipse">
            <a:avLst/>
          </a:prstGeom>
          <a:solidFill>
            <a:srgbClr val="FFFFFF"/>
          </a:solidFill>
          <a:ln w="6350">
            <a:solidFill>
              <a:srgbClr val="7FB8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EQ_Bubble_34"/>
          <p:cNvSpPr/>
          <p:nvPr/>
        </p:nvSpPr>
        <p:spPr>
          <a:xfrm>
            <a:off x="4204521" y="1787485"/>
            <a:ext cx="82224" cy="82224"/>
          </a:xfrm>
          <a:prstGeom prst="ellipse">
            <a:avLst/>
          </a:prstGeom>
          <a:solidFill>
            <a:srgbClr val="FFFFFF"/>
          </a:solidFill>
          <a:ln w="6350">
            <a:solidFill>
              <a:srgbClr val="7FB8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EQ_Bubble_35"/>
          <p:cNvSpPr/>
          <p:nvPr/>
        </p:nvSpPr>
        <p:spPr>
          <a:xfrm>
            <a:off x="3923273" y="2149765"/>
            <a:ext cx="65408" cy="65408"/>
          </a:xfrm>
          <a:prstGeom prst="ellipse">
            <a:avLst/>
          </a:prstGeom>
          <a:solidFill>
            <a:srgbClr val="FFFFFF"/>
          </a:solidFill>
          <a:ln w="6350">
            <a:solidFill>
              <a:srgbClr val="7FB8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EQ_Bubble_36"/>
          <p:cNvSpPr/>
          <p:nvPr/>
        </p:nvSpPr>
        <p:spPr>
          <a:xfrm>
            <a:off x="4145928" y="2039531"/>
            <a:ext cx="66308" cy="66308"/>
          </a:xfrm>
          <a:prstGeom prst="ellipse">
            <a:avLst/>
          </a:prstGeom>
          <a:solidFill>
            <a:srgbClr val="FFFFFF"/>
          </a:solidFill>
          <a:ln w="6350">
            <a:solidFill>
              <a:srgbClr val="7FB8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EQ_Bubble_37"/>
          <p:cNvSpPr/>
          <p:nvPr/>
        </p:nvSpPr>
        <p:spPr>
          <a:xfrm>
            <a:off x="3776351" y="2288507"/>
            <a:ext cx="105498" cy="105498"/>
          </a:xfrm>
          <a:prstGeom prst="ellipse">
            <a:avLst/>
          </a:prstGeom>
          <a:solidFill>
            <a:srgbClr val="FFFFFF"/>
          </a:solidFill>
          <a:ln w="6350">
            <a:solidFill>
              <a:srgbClr val="7FB8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EQ_Bubble_38"/>
          <p:cNvSpPr/>
          <p:nvPr/>
        </p:nvSpPr>
        <p:spPr>
          <a:xfrm>
            <a:off x="3825182" y="1994711"/>
            <a:ext cx="104797" cy="104797"/>
          </a:xfrm>
          <a:prstGeom prst="ellipse">
            <a:avLst/>
          </a:prstGeom>
          <a:solidFill>
            <a:srgbClr val="FFFFFF"/>
          </a:solidFill>
          <a:ln w="6350">
            <a:solidFill>
              <a:srgbClr val="7FB8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EQ_Bubble_39"/>
          <p:cNvSpPr/>
          <p:nvPr/>
        </p:nvSpPr>
        <p:spPr>
          <a:xfrm>
            <a:off x="3882083" y="1989869"/>
            <a:ext cx="84780" cy="84780"/>
          </a:xfrm>
          <a:prstGeom prst="ellipse">
            <a:avLst/>
          </a:prstGeom>
          <a:solidFill>
            <a:srgbClr val="FFFFFF"/>
          </a:solidFill>
          <a:ln w="6350">
            <a:solidFill>
              <a:srgbClr val="7FB8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EQ_LiftPump_40"/>
          <p:cNvSpPr/>
          <p:nvPr/>
        </p:nvSpPr>
        <p:spPr>
          <a:xfrm>
            <a:off x="4636008" y="2240280"/>
            <a:ext cx="182880" cy="274320"/>
          </a:xfrm>
          <a:prstGeom prst="roundRect">
            <a:avLst>
              <a:gd name="adj" fmla="val 25000"/>
            </a:avLst>
          </a:prstGeom>
          <a:solidFill>
            <a:srgbClr val="0F766E"/>
          </a:solidFill>
          <a:ln w="12700">
            <a:solidFill>
              <a:srgbClr val="134E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EQ_LiftPump_Band_41"/>
          <p:cNvSpPr/>
          <p:nvPr/>
        </p:nvSpPr>
        <p:spPr>
          <a:xfrm>
            <a:off x="4636008" y="2331720"/>
            <a:ext cx="182880" cy="36576"/>
          </a:xfrm>
          <a:prstGeom prst="rect">
            <a:avLst/>
          </a:prstGeom>
          <a:solidFill>
            <a:srgbClr val="CCFB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MBBR1_Water_42"/>
          <p:cNvSpPr/>
          <p:nvPr/>
        </p:nvSpPr>
        <p:spPr>
          <a:xfrm>
            <a:off x="5349240" y="1682496"/>
            <a:ext cx="1600200" cy="877824"/>
          </a:xfrm>
          <a:prstGeom prst="rect">
            <a:avLst/>
          </a:prstGeom>
          <a:solidFill>
            <a:srgbClr val="AFC0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MBBR1_Surface_43"/>
          <p:cNvSpPr/>
          <p:nvPr/>
        </p:nvSpPr>
        <p:spPr>
          <a:xfrm>
            <a:off x="5349240" y="1682496"/>
            <a:ext cx="1600200" cy="0"/>
          </a:xfrm>
          <a:prstGeom prst="line">
            <a:avLst/>
          </a:prstGeom>
          <a:noFill/>
          <a:ln w="12700">
            <a:solidFill>
              <a:srgbClr val="5B8D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MBBR1_Wall_44"/>
          <p:cNvSpPr/>
          <p:nvPr/>
        </p:nvSpPr>
        <p:spPr>
          <a:xfrm>
            <a:off x="5349240" y="1463040"/>
            <a:ext cx="0" cy="1097280"/>
          </a:xfrm>
          <a:prstGeom prst="line">
            <a:avLst/>
          </a:prstGeom>
          <a:noFill/>
          <a:ln w="381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MBBR1_Wall_45"/>
          <p:cNvSpPr/>
          <p:nvPr/>
        </p:nvSpPr>
        <p:spPr>
          <a:xfrm>
            <a:off x="6949440" y="1463040"/>
            <a:ext cx="0" cy="1097280"/>
          </a:xfrm>
          <a:prstGeom prst="line">
            <a:avLst/>
          </a:prstGeom>
          <a:noFill/>
          <a:ln w="381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MBBR1_Floor_46"/>
          <p:cNvSpPr/>
          <p:nvPr/>
        </p:nvSpPr>
        <p:spPr>
          <a:xfrm>
            <a:off x="5335524" y="2560320"/>
            <a:ext cx="1627632" cy="0"/>
          </a:xfrm>
          <a:prstGeom prst="line">
            <a:avLst/>
          </a:prstGeom>
          <a:noFill/>
          <a:ln w="381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MBBR1_Diffuser_47"/>
          <p:cNvSpPr/>
          <p:nvPr/>
        </p:nvSpPr>
        <p:spPr>
          <a:xfrm>
            <a:off x="5458968" y="2432304"/>
            <a:ext cx="1380744" cy="41148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" name="MBBR1_Bubble_48"/>
          <p:cNvSpPr/>
          <p:nvPr/>
        </p:nvSpPr>
        <p:spPr>
          <a:xfrm>
            <a:off x="6364001" y="1910877"/>
            <a:ext cx="33010" cy="33010"/>
          </a:xfrm>
          <a:prstGeom prst="ellipse">
            <a:avLst/>
          </a:prstGeom>
          <a:solidFill>
            <a:srgbClr val="FFFFFF"/>
          </a:solidFill>
          <a:ln w="6350">
            <a:solidFill>
              <a:srgbClr val="7FB8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MBBR1_Bubble_49"/>
          <p:cNvSpPr/>
          <p:nvPr/>
        </p:nvSpPr>
        <p:spPr>
          <a:xfrm>
            <a:off x="6793569" y="2021641"/>
            <a:ext cx="34546" cy="34546"/>
          </a:xfrm>
          <a:prstGeom prst="ellipse">
            <a:avLst/>
          </a:prstGeom>
          <a:solidFill>
            <a:srgbClr val="FFFFFF"/>
          </a:solidFill>
          <a:ln w="6350">
            <a:solidFill>
              <a:srgbClr val="7FB8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MBBR1_Bubble_50"/>
          <p:cNvSpPr/>
          <p:nvPr/>
        </p:nvSpPr>
        <p:spPr>
          <a:xfrm>
            <a:off x="6193005" y="1944621"/>
            <a:ext cx="32596" cy="32596"/>
          </a:xfrm>
          <a:prstGeom prst="ellipse">
            <a:avLst/>
          </a:prstGeom>
          <a:solidFill>
            <a:srgbClr val="FFFFFF"/>
          </a:solidFill>
          <a:ln w="6350">
            <a:solidFill>
              <a:srgbClr val="7FB8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MBBR1_Bubble_51"/>
          <p:cNvSpPr/>
          <p:nvPr/>
        </p:nvSpPr>
        <p:spPr>
          <a:xfrm>
            <a:off x="6500266" y="1956615"/>
            <a:ext cx="37446" cy="37446"/>
          </a:xfrm>
          <a:prstGeom prst="ellipse">
            <a:avLst/>
          </a:prstGeom>
          <a:solidFill>
            <a:srgbClr val="FFFFFF"/>
          </a:solidFill>
          <a:ln w="6350">
            <a:solidFill>
              <a:srgbClr val="7FB8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MBBR1_Bubble_52"/>
          <p:cNvSpPr/>
          <p:nvPr/>
        </p:nvSpPr>
        <p:spPr>
          <a:xfrm>
            <a:off x="5550852" y="2346763"/>
            <a:ext cx="34696" cy="34696"/>
          </a:xfrm>
          <a:prstGeom prst="ellipse">
            <a:avLst/>
          </a:prstGeom>
          <a:solidFill>
            <a:srgbClr val="FFFFFF"/>
          </a:solidFill>
          <a:ln w="6350">
            <a:solidFill>
              <a:srgbClr val="7FB8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MBBR1_Bubble_53"/>
          <p:cNvSpPr/>
          <p:nvPr/>
        </p:nvSpPr>
        <p:spPr>
          <a:xfrm>
            <a:off x="6654320" y="2038550"/>
            <a:ext cx="34631" cy="34631"/>
          </a:xfrm>
          <a:prstGeom prst="ellipse">
            <a:avLst/>
          </a:prstGeom>
          <a:solidFill>
            <a:srgbClr val="FFFFFF"/>
          </a:solidFill>
          <a:ln w="6350">
            <a:solidFill>
              <a:srgbClr val="7FB8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MBBR1_Bubble_54"/>
          <p:cNvSpPr/>
          <p:nvPr/>
        </p:nvSpPr>
        <p:spPr>
          <a:xfrm>
            <a:off x="6262227" y="1985427"/>
            <a:ext cx="47540" cy="47540"/>
          </a:xfrm>
          <a:prstGeom prst="ellipse">
            <a:avLst/>
          </a:prstGeom>
          <a:solidFill>
            <a:srgbClr val="FFFFFF"/>
          </a:solidFill>
          <a:ln w="6350">
            <a:solidFill>
              <a:srgbClr val="7FB8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MBBR1_Bubble_55"/>
          <p:cNvSpPr/>
          <p:nvPr/>
        </p:nvSpPr>
        <p:spPr>
          <a:xfrm>
            <a:off x="6337217" y="1812225"/>
            <a:ext cx="34331" cy="34331"/>
          </a:xfrm>
          <a:prstGeom prst="ellipse">
            <a:avLst/>
          </a:prstGeom>
          <a:solidFill>
            <a:srgbClr val="FFFFFF"/>
          </a:solidFill>
          <a:ln w="6350">
            <a:solidFill>
              <a:srgbClr val="7FB8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MBBR1_Bubble_56"/>
          <p:cNvSpPr/>
          <p:nvPr/>
        </p:nvSpPr>
        <p:spPr>
          <a:xfrm>
            <a:off x="6061704" y="1783396"/>
            <a:ext cx="29980" cy="29980"/>
          </a:xfrm>
          <a:prstGeom prst="ellipse">
            <a:avLst/>
          </a:prstGeom>
          <a:solidFill>
            <a:srgbClr val="FFFFFF"/>
          </a:solidFill>
          <a:ln w="6350">
            <a:solidFill>
              <a:srgbClr val="7FB8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MBBR1_Bubble_57"/>
          <p:cNvSpPr/>
          <p:nvPr/>
        </p:nvSpPr>
        <p:spPr>
          <a:xfrm>
            <a:off x="6002042" y="2175736"/>
            <a:ext cx="44775" cy="44775"/>
          </a:xfrm>
          <a:prstGeom prst="ellipse">
            <a:avLst/>
          </a:prstGeom>
          <a:solidFill>
            <a:srgbClr val="FFFFFF"/>
          </a:solidFill>
          <a:ln w="6350">
            <a:solidFill>
              <a:srgbClr val="7FB8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MBBR1_Bubble_58"/>
          <p:cNvSpPr/>
          <p:nvPr/>
        </p:nvSpPr>
        <p:spPr>
          <a:xfrm>
            <a:off x="6749279" y="1937418"/>
            <a:ext cx="39624" cy="39624"/>
          </a:xfrm>
          <a:prstGeom prst="ellipse">
            <a:avLst/>
          </a:prstGeom>
          <a:solidFill>
            <a:srgbClr val="FFFFFF"/>
          </a:solidFill>
          <a:ln w="6350">
            <a:solidFill>
              <a:srgbClr val="7FB8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MBBR1_Bubble_59"/>
          <p:cNvSpPr/>
          <p:nvPr/>
        </p:nvSpPr>
        <p:spPr>
          <a:xfrm>
            <a:off x="6114225" y="2009550"/>
            <a:ext cx="49503" cy="49503"/>
          </a:xfrm>
          <a:prstGeom prst="ellipse">
            <a:avLst/>
          </a:prstGeom>
          <a:solidFill>
            <a:srgbClr val="FFFFFF"/>
          </a:solidFill>
          <a:ln w="6350">
            <a:solidFill>
              <a:srgbClr val="7FB8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MBBR1_Bubble_60"/>
          <p:cNvSpPr/>
          <p:nvPr/>
        </p:nvSpPr>
        <p:spPr>
          <a:xfrm>
            <a:off x="6059526" y="2016962"/>
            <a:ext cx="35323" cy="35323"/>
          </a:xfrm>
          <a:prstGeom prst="ellipse">
            <a:avLst/>
          </a:prstGeom>
          <a:solidFill>
            <a:srgbClr val="FFFFFF"/>
          </a:solidFill>
          <a:ln w="6350">
            <a:solidFill>
              <a:srgbClr val="7FB8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MBBR1_Bubble_61"/>
          <p:cNvSpPr/>
          <p:nvPr/>
        </p:nvSpPr>
        <p:spPr>
          <a:xfrm>
            <a:off x="5767594" y="2224107"/>
            <a:ext cx="32058" cy="32058"/>
          </a:xfrm>
          <a:prstGeom prst="ellipse">
            <a:avLst/>
          </a:prstGeom>
          <a:solidFill>
            <a:srgbClr val="FFFFFF"/>
          </a:solidFill>
          <a:ln w="6350">
            <a:solidFill>
              <a:srgbClr val="7FB8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MBBR1_Bubble_62"/>
          <p:cNvSpPr/>
          <p:nvPr/>
        </p:nvSpPr>
        <p:spPr>
          <a:xfrm>
            <a:off x="5804787" y="2231123"/>
            <a:ext cx="49996" cy="49996"/>
          </a:xfrm>
          <a:prstGeom prst="ellipse">
            <a:avLst/>
          </a:prstGeom>
          <a:solidFill>
            <a:srgbClr val="FFFFFF"/>
          </a:solidFill>
          <a:ln w="6350">
            <a:solidFill>
              <a:srgbClr val="7FB8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MBBR1_Bubble_63"/>
          <p:cNvSpPr/>
          <p:nvPr/>
        </p:nvSpPr>
        <p:spPr>
          <a:xfrm>
            <a:off x="6762148" y="2339497"/>
            <a:ext cx="50046" cy="50046"/>
          </a:xfrm>
          <a:prstGeom prst="ellipse">
            <a:avLst/>
          </a:prstGeom>
          <a:solidFill>
            <a:srgbClr val="FFFFFF"/>
          </a:solidFill>
          <a:ln w="6350">
            <a:solidFill>
              <a:srgbClr val="7FB8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MBBR1_Bubble_64"/>
          <p:cNvSpPr/>
          <p:nvPr/>
        </p:nvSpPr>
        <p:spPr>
          <a:xfrm>
            <a:off x="6462834" y="2149369"/>
            <a:ext cx="42495" cy="42495"/>
          </a:xfrm>
          <a:prstGeom prst="ellipse">
            <a:avLst/>
          </a:prstGeom>
          <a:solidFill>
            <a:srgbClr val="FFFFFF"/>
          </a:solidFill>
          <a:ln w="6350">
            <a:solidFill>
              <a:srgbClr val="7FB8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MBBR1_Bubble_65"/>
          <p:cNvSpPr/>
          <p:nvPr/>
        </p:nvSpPr>
        <p:spPr>
          <a:xfrm>
            <a:off x="5473203" y="1937536"/>
            <a:ext cx="37630" cy="37630"/>
          </a:xfrm>
          <a:prstGeom prst="ellipse">
            <a:avLst/>
          </a:prstGeom>
          <a:solidFill>
            <a:srgbClr val="FFFFFF"/>
          </a:solidFill>
          <a:ln w="6350">
            <a:solidFill>
              <a:srgbClr val="7FB8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MBBR1_Bubble_66"/>
          <p:cNvSpPr/>
          <p:nvPr/>
        </p:nvSpPr>
        <p:spPr>
          <a:xfrm>
            <a:off x="5731210" y="1980794"/>
            <a:ext cx="45738" cy="45738"/>
          </a:xfrm>
          <a:prstGeom prst="ellipse">
            <a:avLst/>
          </a:prstGeom>
          <a:solidFill>
            <a:srgbClr val="FFFFFF"/>
          </a:solidFill>
          <a:ln w="6350">
            <a:solidFill>
              <a:srgbClr val="7FB8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MBBR1_Bubble_67"/>
          <p:cNvSpPr/>
          <p:nvPr/>
        </p:nvSpPr>
        <p:spPr>
          <a:xfrm>
            <a:off x="6443956" y="1891628"/>
            <a:ext cx="52417" cy="52417"/>
          </a:xfrm>
          <a:prstGeom prst="ellipse">
            <a:avLst/>
          </a:prstGeom>
          <a:solidFill>
            <a:srgbClr val="FFFFFF"/>
          </a:solidFill>
          <a:ln w="6350">
            <a:solidFill>
              <a:srgbClr val="7FB8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MBBR1_Bubble_68"/>
          <p:cNvSpPr/>
          <p:nvPr/>
        </p:nvSpPr>
        <p:spPr>
          <a:xfrm>
            <a:off x="5446943" y="1959179"/>
            <a:ext cx="43266" cy="43266"/>
          </a:xfrm>
          <a:prstGeom prst="ellipse">
            <a:avLst/>
          </a:prstGeom>
          <a:solidFill>
            <a:srgbClr val="FFFFFF"/>
          </a:solidFill>
          <a:ln w="6350">
            <a:solidFill>
              <a:srgbClr val="7FB8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" name="MBBR1_Bubble_69"/>
          <p:cNvSpPr/>
          <p:nvPr/>
        </p:nvSpPr>
        <p:spPr>
          <a:xfrm>
            <a:off x="6037382" y="1771243"/>
            <a:ext cx="53259" cy="53259"/>
          </a:xfrm>
          <a:prstGeom prst="ellipse">
            <a:avLst/>
          </a:prstGeom>
          <a:solidFill>
            <a:srgbClr val="FFFFFF"/>
          </a:solidFill>
          <a:ln w="6350">
            <a:solidFill>
              <a:srgbClr val="7FB8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MBBR1_Media_70"/>
          <p:cNvSpPr/>
          <p:nvPr/>
        </p:nvSpPr>
        <p:spPr>
          <a:xfrm>
            <a:off x="6053054" y="2293325"/>
            <a:ext cx="68580" cy="68580"/>
          </a:xfrm>
          <a:prstGeom prst="ellipse">
            <a:avLst/>
          </a:prstGeom>
          <a:solidFill>
            <a:srgbClr val="F8FAFC"/>
          </a:solidFill>
          <a:ln w="15875">
            <a:solidFill>
              <a:srgbClr val="1580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2" name="MBBR1_Media_71"/>
          <p:cNvSpPr/>
          <p:nvPr/>
        </p:nvSpPr>
        <p:spPr>
          <a:xfrm>
            <a:off x="6239053" y="2020476"/>
            <a:ext cx="68580" cy="68580"/>
          </a:xfrm>
          <a:prstGeom prst="ellipse">
            <a:avLst/>
          </a:prstGeom>
          <a:solidFill>
            <a:srgbClr val="F8FAFC"/>
          </a:solidFill>
          <a:ln w="15875">
            <a:solidFill>
              <a:srgbClr val="1580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3" name="MBBR1_Media_72"/>
          <p:cNvSpPr/>
          <p:nvPr/>
        </p:nvSpPr>
        <p:spPr>
          <a:xfrm>
            <a:off x="5583701" y="2239803"/>
            <a:ext cx="68580" cy="68580"/>
          </a:xfrm>
          <a:prstGeom prst="ellipse">
            <a:avLst/>
          </a:prstGeom>
          <a:solidFill>
            <a:srgbClr val="F8FAFC"/>
          </a:solidFill>
          <a:ln w="15875">
            <a:solidFill>
              <a:srgbClr val="1580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4" name="MBBR1_Media_73"/>
          <p:cNvSpPr/>
          <p:nvPr/>
        </p:nvSpPr>
        <p:spPr>
          <a:xfrm>
            <a:off x="6676668" y="1882024"/>
            <a:ext cx="68580" cy="68580"/>
          </a:xfrm>
          <a:prstGeom prst="ellipse">
            <a:avLst/>
          </a:prstGeom>
          <a:solidFill>
            <a:srgbClr val="F8FAFC"/>
          </a:solidFill>
          <a:ln w="15875">
            <a:solidFill>
              <a:srgbClr val="1580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5" name="MBBR1_Media_74"/>
          <p:cNvSpPr/>
          <p:nvPr/>
        </p:nvSpPr>
        <p:spPr>
          <a:xfrm>
            <a:off x="5440972" y="1807576"/>
            <a:ext cx="68580" cy="68580"/>
          </a:xfrm>
          <a:prstGeom prst="ellipse">
            <a:avLst/>
          </a:prstGeom>
          <a:solidFill>
            <a:srgbClr val="F8FAFC"/>
          </a:solidFill>
          <a:ln w="15875">
            <a:solidFill>
              <a:srgbClr val="1580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6" name="MBBR1_Media_75"/>
          <p:cNvSpPr/>
          <p:nvPr/>
        </p:nvSpPr>
        <p:spPr>
          <a:xfrm>
            <a:off x="6408539" y="2175183"/>
            <a:ext cx="68580" cy="68580"/>
          </a:xfrm>
          <a:prstGeom prst="ellipse">
            <a:avLst/>
          </a:prstGeom>
          <a:solidFill>
            <a:srgbClr val="F8FAFC"/>
          </a:solidFill>
          <a:ln w="15875">
            <a:solidFill>
              <a:srgbClr val="1580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7" name="MBBR1_Media_76"/>
          <p:cNvSpPr/>
          <p:nvPr/>
        </p:nvSpPr>
        <p:spPr>
          <a:xfrm>
            <a:off x="6342278" y="2291481"/>
            <a:ext cx="68580" cy="68580"/>
          </a:xfrm>
          <a:prstGeom prst="ellipse">
            <a:avLst/>
          </a:prstGeom>
          <a:solidFill>
            <a:srgbClr val="F8FAFC"/>
          </a:solidFill>
          <a:ln w="15875">
            <a:solidFill>
              <a:srgbClr val="1580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8" name="MBBR1_Media_77"/>
          <p:cNvSpPr/>
          <p:nvPr/>
        </p:nvSpPr>
        <p:spPr>
          <a:xfrm>
            <a:off x="5732128" y="2265067"/>
            <a:ext cx="68580" cy="68580"/>
          </a:xfrm>
          <a:prstGeom prst="ellipse">
            <a:avLst/>
          </a:prstGeom>
          <a:solidFill>
            <a:srgbClr val="F8FAFC"/>
          </a:solidFill>
          <a:ln w="15875">
            <a:solidFill>
              <a:srgbClr val="1580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9" name="MBBR1_Media_78"/>
          <p:cNvSpPr/>
          <p:nvPr/>
        </p:nvSpPr>
        <p:spPr>
          <a:xfrm>
            <a:off x="5645453" y="1728378"/>
            <a:ext cx="68580" cy="68580"/>
          </a:xfrm>
          <a:prstGeom prst="ellipse">
            <a:avLst/>
          </a:prstGeom>
          <a:solidFill>
            <a:srgbClr val="F8FAFC"/>
          </a:solidFill>
          <a:ln w="15875">
            <a:solidFill>
              <a:srgbClr val="1580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0" name="MBBR1_Media_79"/>
          <p:cNvSpPr/>
          <p:nvPr/>
        </p:nvSpPr>
        <p:spPr>
          <a:xfrm>
            <a:off x="5522325" y="1717280"/>
            <a:ext cx="68580" cy="68580"/>
          </a:xfrm>
          <a:prstGeom prst="ellipse">
            <a:avLst/>
          </a:prstGeom>
          <a:solidFill>
            <a:srgbClr val="F8FAFC"/>
          </a:solidFill>
          <a:ln w="15875">
            <a:solidFill>
              <a:srgbClr val="1580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1" name="MBBR1_Media_80"/>
          <p:cNvSpPr/>
          <p:nvPr/>
        </p:nvSpPr>
        <p:spPr>
          <a:xfrm>
            <a:off x="6167641" y="2265189"/>
            <a:ext cx="68580" cy="68580"/>
          </a:xfrm>
          <a:prstGeom prst="ellipse">
            <a:avLst/>
          </a:prstGeom>
          <a:solidFill>
            <a:srgbClr val="F8FAFC"/>
          </a:solidFill>
          <a:ln w="15875">
            <a:solidFill>
              <a:srgbClr val="1580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2" name="MBBR1_Media_81"/>
          <p:cNvSpPr/>
          <p:nvPr/>
        </p:nvSpPr>
        <p:spPr>
          <a:xfrm>
            <a:off x="6601525" y="1801595"/>
            <a:ext cx="68580" cy="68580"/>
          </a:xfrm>
          <a:prstGeom prst="ellipse">
            <a:avLst/>
          </a:prstGeom>
          <a:solidFill>
            <a:srgbClr val="F8FAFC"/>
          </a:solidFill>
          <a:ln w="15875">
            <a:solidFill>
              <a:srgbClr val="1580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3" name="MBBR1_Media_82"/>
          <p:cNvSpPr/>
          <p:nvPr/>
        </p:nvSpPr>
        <p:spPr>
          <a:xfrm>
            <a:off x="6106568" y="1738286"/>
            <a:ext cx="68580" cy="68580"/>
          </a:xfrm>
          <a:prstGeom prst="ellipse">
            <a:avLst/>
          </a:prstGeom>
          <a:solidFill>
            <a:srgbClr val="F8FAFC"/>
          </a:solidFill>
          <a:ln w="15875">
            <a:solidFill>
              <a:srgbClr val="1580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4" name="MBBR1_Media_83"/>
          <p:cNvSpPr/>
          <p:nvPr/>
        </p:nvSpPr>
        <p:spPr>
          <a:xfrm>
            <a:off x="5802630" y="2033494"/>
            <a:ext cx="68580" cy="68580"/>
          </a:xfrm>
          <a:prstGeom prst="ellipse">
            <a:avLst/>
          </a:prstGeom>
          <a:solidFill>
            <a:srgbClr val="F8FAFC"/>
          </a:solidFill>
          <a:ln w="15875">
            <a:solidFill>
              <a:srgbClr val="1580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5" name="MBBR1_Media_84"/>
          <p:cNvSpPr/>
          <p:nvPr/>
        </p:nvSpPr>
        <p:spPr>
          <a:xfrm>
            <a:off x="5497233" y="1943731"/>
            <a:ext cx="68580" cy="68580"/>
          </a:xfrm>
          <a:prstGeom prst="ellipse">
            <a:avLst/>
          </a:prstGeom>
          <a:solidFill>
            <a:srgbClr val="F8FAFC"/>
          </a:solidFill>
          <a:ln w="15875">
            <a:solidFill>
              <a:srgbClr val="1580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6" name="MBBR1_Media_85"/>
          <p:cNvSpPr/>
          <p:nvPr/>
        </p:nvSpPr>
        <p:spPr>
          <a:xfrm>
            <a:off x="5732809" y="1903395"/>
            <a:ext cx="68580" cy="68580"/>
          </a:xfrm>
          <a:prstGeom prst="ellipse">
            <a:avLst/>
          </a:prstGeom>
          <a:solidFill>
            <a:srgbClr val="F8FAFC"/>
          </a:solidFill>
          <a:ln w="15875">
            <a:solidFill>
              <a:srgbClr val="1580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7" name="MBBR1_Media_86"/>
          <p:cNvSpPr/>
          <p:nvPr/>
        </p:nvSpPr>
        <p:spPr>
          <a:xfrm>
            <a:off x="6526855" y="1795533"/>
            <a:ext cx="68580" cy="68580"/>
          </a:xfrm>
          <a:prstGeom prst="ellipse">
            <a:avLst/>
          </a:prstGeom>
          <a:solidFill>
            <a:srgbClr val="F8FAFC"/>
          </a:solidFill>
          <a:ln w="15875">
            <a:solidFill>
              <a:srgbClr val="1580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8" name="MBBR1_Media_87"/>
          <p:cNvSpPr/>
          <p:nvPr/>
        </p:nvSpPr>
        <p:spPr>
          <a:xfrm>
            <a:off x="5639657" y="1703682"/>
            <a:ext cx="68580" cy="68580"/>
          </a:xfrm>
          <a:prstGeom prst="ellipse">
            <a:avLst/>
          </a:prstGeom>
          <a:solidFill>
            <a:srgbClr val="F8FAFC"/>
          </a:solidFill>
          <a:ln w="15875">
            <a:solidFill>
              <a:srgbClr val="1580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9" name="MBBR1_Media_88"/>
          <p:cNvSpPr/>
          <p:nvPr/>
        </p:nvSpPr>
        <p:spPr>
          <a:xfrm>
            <a:off x="6290805" y="1761503"/>
            <a:ext cx="68580" cy="68580"/>
          </a:xfrm>
          <a:prstGeom prst="ellipse">
            <a:avLst/>
          </a:prstGeom>
          <a:solidFill>
            <a:srgbClr val="F8FAFC"/>
          </a:solidFill>
          <a:ln w="15875">
            <a:solidFill>
              <a:srgbClr val="1580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0" name="MBBR1_Media_89"/>
          <p:cNvSpPr/>
          <p:nvPr/>
        </p:nvSpPr>
        <p:spPr>
          <a:xfrm>
            <a:off x="5978118" y="1776859"/>
            <a:ext cx="68580" cy="68580"/>
          </a:xfrm>
          <a:prstGeom prst="ellipse">
            <a:avLst/>
          </a:prstGeom>
          <a:solidFill>
            <a:srgbClr val="F8FAFC"/>
          </a:solidFill>
          <a:ln w="15875">
            <a:solidFill>
              <a:srgbClr val="1580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1" name="MBBR1_Media_90"/>
          <p:cNvSpPr/>
          <p:nvPr/>
        </p:nvSpPr>
        <p:spPr>
          <a:xfrm>
            <a:off x="6083919" y="1983655"/>
            <a:ext cx="68580" cy="68580"/>
          </a:xfrm>
          <a:prstGeom prst="ellipse">
            <a:avLst/>
          </a:prstGeom>
          <a:solidFill>
            <a:srgbClr val="F8FAFC"/>
          </a:solidFill>
          <a:ln w="15875">
            <a:solidFill>
              <a:srgbClr val="1580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2" name="MBBR1_Media_91"/>
          <p:cNvSpPr/>
          <p:nvPr/>
        </p:nvSpPr>
        <p:spPr>
          <a:xfrm>
            <a:off x="5418359" y="2214817"/>
            <a:ext cx="68580" cy="68580"/>
          </a:xfrm>
          <a:prstGeom prst="ellipse">
            <a:avLst/>
          </a:prstGeom>
          <a:solidFill>
            <a:srgbClr val="F8FAFC"/>
          </a:solidFill>
          <a:ln w="15875">
            <a:solidFill>
              <a:srgbClr val="1580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3" name="MBBR1_Media_92"/>
          <p:cNvSpPr/>
          <p:nvPr/>
        </p:nvSpPr>
        <p:spPr>
          <a:xfrm>
            <a:off x="6046177" y="2203023"/>
            <a:ext cx="68580" cy="68580"/>
          </a:xfrm>
          <a:prstGeom prst="ellipse">
            <a:avLst/>
          </a:prstGeom>
          <a:solidFill>
            <a:srgbClr val="F8FAFC"/>
          </a:solidFill>
          <a:ln w="15875">
            <a:solidFill>
              <a:srgbClr val="1580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4" name="MBBR1_Media_93"/>
          <p:cNvSpPr/>
          <p:nvPr/>
        </p:nvSpPr>
        <p:spPr>
          <a:xfrm>
            <a:off x="5885136" y="2332547"/>
            <a:ext cx="68580" cy="68580"/>
          </a:xfrm>
          <a:prstGeom prst="ellipse">
            <a:avLst/>
          </a:prstGeom>
          <a:solidFill>
            <a:srgbClr val="F8FAFC"/>
          </a:solidFill>
          <a:ln w="15875">
            <a:solidFill>
              <a:srgbClr val="1580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5" name="MBBR1_Media_94"/>
          <p:cNvSpPr/>
          <p:nvPr/>
        </p:nvSpPr>
        <p:spPr>
          <a:xfrm>
            <a:off x="6422549" y="2135578"/>
            <a:ext cx="68580" cy="68580"/>
          </a:xfrm>
          <a:prstGeom prst="ellipse">
            <a:avLst/>
          </a:prstGeom>
          <a:solidFill>
            <a:srgbClr val="F8FAFC"/>
          </a:solidFill>
          <a:ln w="15875">
            <a:solidFill>
              <a:srgbClr val="1580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6" name="MBBR1_Media_95"/>
          <p:cNvSpPr/>
          <p:nvPr/>
        </p:nvSpPr>
        <p:spPr>
          <a:xfrm>
            <a:off x="5786153" y="1946266"/>
            <a:ext cx="68580" cy="68580"/>
          </a:xfrm>
          <a:prstGeom prst="ellipse">
            <a:avLst/>
          </a:prstGeom>
          <a:solidFill>
            <a:srgbClr val="F8FAFC"/>
          </a:solidFill>
          <a:ln w="15875">
            <a:solidFill>
              <a:srgbClr val="1580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7" name="MBBR1_Media_96"/>
          <p:cNvSpPr/>
          <p:nvPr/>
        </p:nvSpPr>
        <p:spPr>
          <a:xfrm>
            <a:off x="5515751" y="2299254"/>
            <a:ext cx="68580" cy="68580"/>
          </a:xfrm>
          <a:prstGeom prst="ellipse">
            <a:avLst/>
          </a:prstGeom>
          <a:solidFill>
            <a:srgbClr val="F8FAFC"/>
          </a:solidFill>
          <a:ln w="15875">
            <a:solidFill>
              <a:srgbClr val="1580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8" name="MBBR1_Media_97"/>
          <p:cNvSpPr/>
          <p:nvPr/>
        </p:nvSpPr>
        <p:spPr>
          <a:xfrm>
            <a:off x="5523856" y="1749338"/>
            <a:ext cx="68580" cy="68580"/>
          </a:xfrm>
          <a:prstGeom prst="ellipse">
            <a:avLst/>
          </a:prstGeom>
          <a:solidFill>
            <a:srgbClr val="F8FAFC"/>
          </a:solidFill>
          <a:ln w="15875">
            <a:solidFill>
              <a:srgbClr val="1580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9" name="MBBR1_Media_98"/>
          <p:cNvSpPr/>
          <p:nvPr/>
        </p:nvSpPr>
        <p:spPr>
          <a:xfrm>
            <a:off x="5670485" y="1908796"/>
            <a:ext cx="68580" cy="68580"/>
          </a:xfrm>
          <a:prstGeom prst="ellipse">
            <a:avLst/>
          </a:prstGeom>
          <a:solidFill>
            <a:srgbClr val="F8FAFC"/>
          </a:solidFill>
          <a:ln w="15875">
            <a:solidFill>
              <a:srgbClr val="1580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0" name="MBBR1_Media_99"/>
          <p:cNvSpPr/>
          <p:nvPr/>
        </p:nvSpPr>
        <p:spPr>
          <a:xfrm>
            <a:off x="5448202" y="2109328"/>
            <a:ext cx="68580" cy="68580"/>
          </a:xfrm>
          <a:prstGeom prst="ellipse">
            <a:avLst/>
          </a:prstGeom>
          <a:solidFill>
            <a:srgbClr val="F8FAFC"/>
          </a:solidFill>
          <a:ln w="15875">
            <a:solidFill>
              <a:srgbClr val="1580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1" name="MBBR1_Media_100"/>
          <p:cNvSpPr/>
          <p:nvPr/>
        </p:nvSpPr>
        <p:spPr>
          <a:xfrm>
            <a:off x="6029359" y="1958304"/>
            <a:ext cx="68580" cy="68580"/>
          </a:xfrm>
          <a:prstGeom prst="ellipse">
            <a:avLst/>
          </a:prstGeom>
          <a:solidFill>
            <a:srgbClr val="F8FAFC"/>
          </a:solidFill>
          <a:ln w="15875">
            <a:solidFill>
              <a:srgbClr val="1580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2" name="MBBR1_Media_101"/>
          <p:cNvSpPr/>
          <p:nvPr/>
        </p:nvSpPr>
        <p:spPr>
          <a:xfrm>
            <a:off x="6171614" y="2316165"/>
            <a:ext cx="68580" cy="68580"/>
          </a:xfrm>
          <a:prstGeom prst="ellipse">
            <a:avLst/>
          </a:prstGeom>
          <a:solidFill>
            <a:srgbClr val="F8FAFC"/>
          </a:solidFill>
          <a:ln w="15875">
            <a:solidFill>
              <a:srgbClr val="1580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3" name="MBBR1_Media_102"/>
          <p:cNvSpPr/>
          <p:nvPr/>
        </p:nvSpPr>
        <p:spPr>
          <a:xfrm>
            <a:off x="6154930" y="1988320"/>
            <a:ext cx="68580" cy="68580"/>
          </a:xfrm>
          <a:prstGeom prst="ellipse">
            <a:avLst/>
          </a:prstGeom>
          <a:solidFill>
            <a:srgbClr val="F8FAFC"/>
          </a:solidFill>
          <a:ln w="15875">
            <a:solidFill>
              <a:srgbClr val="1580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4" name="MBBR1_Media_103"/>
          <p:cNvSpPr/>
          <p:nvPr/>
        </p:nvSpPr>
        <p:spPr>
          <a:xfrm>
            <a:off x="5576860" y="2311373"/>
            <a:ext cx="68580" cy="68580"/>
          </a:xfrm>
          <a:prstGeom prst="ellipse">
            <a:avLst/>
          </a:prstGeom>
          <a:solidFill>
            <a:srgbClr val="F8FAFC"/>
          </a:solidFill>
          <a:ln w="15875">
            <a:solidFill>
              <a:srgbClr val="1580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5" name="MBBR1_Sieve_104"/>
          <p:cNvSpPr/>
          <p:nvPr/>
        </p:nvSpPr>
        <p:spPr>
          <a:xfrm>
            <a:off x="6812280" y="1737360"/>
            <a:ext cx="91440" cy="237744"/>
          </a:xfrm>
          <a:prstGeom prst="rect">
            <a:avLst/>
          </a:prstGeom>
          <a:solidFill>
            <a:srgbClr val="E2E8F0"/>
          </a:solidFill>
          <a:ln w="9525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6" name="MBBR1_SieveMesh_105"/>
          <p:cNvSpPr/>
          <p:nvPr/>
        </p:nvSpPr>
        <p:spPr>
          <a:xfrm>
            <a:off x="6812280" y="1796796"/>
            <a:ext cx="91440" cy="0"/>
          </a:xfrm>
          <a:prstGeom prst="line">
            <a:avLst/>
          </a:prstGeom>
          <a:noFill/>
          <a:ln w="635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7" name="MBBR1_SieveMesh_106"/>
          <p:cNvSpPr/>
          <p:nvPr/>
        </p:nvSpPr>
        <p:spPr>
          <a:xfrm>
            <a:off x="6812280" y="1856232"/>
            <a:ext cx="91440" cy="0"/>
          </a:xfrm>
          <a:prstGeom prst="line">
            <a:avLst/>
          </a:prstGeom>
          <a:noFill/>
          <a:ln w="635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8" name="MBBR1_SieveMesh_107"/>
          <p:cNvSpPr/>
          <p:nvPr/>
        </p:nvSpPr>
        <p:spPr>
          <a:xfrm>
            <a:off x="6812280" y="1915668"/>
            <a:ext cx="91440" cy="0"/>
          </a:xfrm>
          <a:prstGeom prst="line">
            <a:avLst/>
          </a:prstGeom>
          <a:noFill/>
          <a:ln w="635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9" name="MBBR2_Water_108"/>
          <p:cNvSpPr/>
          <p:nvPr/>
        </p:nvSpPr>
        <p:spPr>
          <a:xfrm>
            <a:off x="7315200" y="1682496"/>
            <a:ext cx="1600200" cy="877824"/>
          </a:xfrm>
          <a:prstGeom prst="rect">
            <a:avLst/>
          </a:prstGeom>
          <a:solidFill>
            <a:srgbClr val="AFC0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0" name="MBBR2_Surface_109"/>
          <p:cNvSpPr/>
          <p:nvPr/>
        </p:nvSpPr>
        <p:spPr>
          <a:xfrm>
            <a:off x="7315200" y="1682496"/>
            <a:ext cx="1600200" cy="0"/>
          </a:xfrm>
          <a:prstGeom prst="line">
            <a:avLst/>
          </a:prstGeom>
          <a:noFill/>
          <a:ln w="12700">
            <a:solidFill>
              <a:srgbClr val="5B8D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1" name="MBBR2_Wall_110"/>
          <p:cNvSpPr/>
          <p:nvPr/>
        </p:nvSpPr>
        <p:spPr>
          <a:xfrm>
            <a:off x="7315200" y="1463040"/>
            <a:ext cx="0" cy="1097280"/>
          </a:xfrm>
          <a:prstGeom prst="line">
            <a:avLst/>
          </a:prstGeom>
          <a:noFill/>
          <a:ln w="381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2" name="MBBR2_Wall_111"/>
          <p:cNvSpPr/>
          <p:nvPr/>
        </p:nvSpPr>
        <p:spPr>
          <a:xfrm>
            <a:off x="8915400" y="1463040"/>
            <a:ext cx="0" cy="1097280"/>
          </a:xfrm>
          <a:prstGeom prst="line">
            <a:avLst/>
          </a:prstGeom>
          <a:noFill/>
          <a:ln w="381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3" name="MBBR2_Floor_112"/>
          <p:cNvSpPr/>
          <p:nvPr/>
        </p:nvSpPr>
        <p:spPr>
          <a:xfrm>
            <a:off x="7301484" y="2560320"/>
            <a:ext cx="1627632" cy="0"/>
          </a:xfrm>
          <a:prstGeom prst="line">
            <a:avLst/>
          </a:prstGeom>
          <a:noFill/>
          <a:ln w="381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4" name="MBBR2_Diffuser_113"/>
          <p:cNvSpPr/>
          <p:nvPr/>
        </p:nvSpPr>
        <p:spPr>
          <a:xfrm>
            <a:off x="7424928" y="2432304"/>
            <a:ext cx="1380744" cy="41148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5" name="MBBR2_Bubble_114"/>
          <p:cNvSpPr/>
          <p:nvPr/>
        </p:nvSpPr>
        <p:spPr>
          <a:xfrm>
            <a:off x="8307340" y="2049311"/>
            <a:ext cx="51182" cy="51182"/>
          </a:xfrm>
          <a:prstGeom prst="ellipse">
            <a:avLst/>
          </a:prstGeom>
          <a:solidFill>
            <a:srgbClr val="FFFFFF"/>
          </a:solidFill>
          <a:ln w="6350">
            <a:solidFill>
              <a:srgbClr val="7FB8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6" name="MBBR2_Bubble_115"/>
          <p:cNvSpPr/>
          <p:nvPr/>
        </p:nvSpPr>
        <p:spPr>
          <a:xfrm>
            <a:off x="8328411" y="2021212"/>
            <a:ext cx="52679" cy="52679"/>
          </a:xfrm>
          <a:prstGeom prst="ellipse">
            <a:avLst/>
          </a:prstGeom>
          <a:solidFill>
            <a:srgbClr val="FFFFFF"/>
          </a:solidFill>
          <a:ln w="6350">
            <a:solidFill>
              <a:srgbClr val="7FB8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7" name="MBBR2_Bubble_116"/>
          <p:cNvSpPr/>
          <p:nvPr/>
        </p:nvSpPr>
        <p:spPr>
          <a:xfrm>
            <a:off x="8619550" y="1998091"/>
            <a:ext cx="41090" cy="41090"/>
          </a:xfrm>
          <a:prstGeom prst="ellipse">
            <a:avLst/>
          </a:prstGeom>
          <a:solidFill>
            <a:srgbClr val="FFFFFF"/>
          </a:solidFill>
          <a:ln w="6350">
            <a:solidFill>
              <a:srgbClr val="7FB8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8" name="MBBR2_Bubble_117"/>
          <p:cNvSpPr/>
          <p:nvPr/>
        </p:nvSpPr>
        <p:spPr>
          <a:xfrm>
            <a:off x="8363170" y="2244399"/>
            <a:ext cx="51388" cy="51388"/>
          </a:xfrm>
          <a:prstGeom prst="ellipse">
            <a:avLst/>
          </a:prstGeom>
          <a:solidFill>
            <a:srgbClr val="FFFFFF"/>
          </a:solidFill>
          <a:ln w="6350">
            <a:solidFill>
              <a:srgbClr val="7FB8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9" name="MBBR2_Bubble_118"/>
          <p:cNvSpPr/>
          <p:nvPr/>
        </p:nvSpPr>
        <p:spPr>
          <a:xfrm>
            <a:off x="8150316" y="2384966"/>
            <a:ext cx="44485" cy="44485"/>
          </a:xfrm>
          <a:prstGeom prst="ellipse">
            <a:avLst/>
          </a:prstGeom>
          <a:solidFill>
            <a:srgbClr val="FFFFFF"/>
          </a:solidFill>
          <a:ln w="6350">
            <a:solidFill>
              <a:srgbClr val="7FB8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0" name="MBBR2_Bubble_119"/>
          <p:cNvSpPr/>
          <p:nvPr/>
        </p:nvSpPr>
        <p:spPr>
          <a:xfrm>
            <a:off x="8547344" y="2019932"/>
            <a:ext cx="30666" cy="30666"/>
          </a:xfrm>
          <a:prstGeom prst="ellipse">
            <a:avLst/>
          </a:prstGeom>
          <a:solidFill>
            <a:srgbClr val="FFFFFF"/>
          </a:solidFill>
          <a:ln w="6350">
            <a:solidFill>
              <a:srgbClr val="7FB8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1" name="MBBR2_Bubble_120"/>
          <p:cNvSpPr/>
          <p:nvPr/>
        </p:nvSpPr>
        <p:spPr>
          <a:xfrm>
            <a:off x="8736668" y="2090405"/>
            <a:ext cx="44908" cy="44908"/>
          </a:xfrm>
          <a:prstGeom prst="ellipse">
            <a:avLst/>
          </a:prstGeom>
          <a:solidFill>
            <a:srgbClr val="FFFFFF"/>
          </a:solidFill>
          <a:ln w="6350">
            <a:solidFill>
              <a:srgbClr val="7FB8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2" name="MBBR2_Bubble_121"/>
          <p:cNvSpPr/>
          <p:nvPr/>
        </p:nvSpPr>
        <p:spPr>
          <a:xfrm>
            <a:off x="7937731" y="2221215"/>
            <a:ext cx="48121" cy="48121"/>
          </a:xfrm>
          <a:prstGeom prst="ellipse">
            <a:avLst/>
          </a:prstGeom>
          <a:solidFill>
            <a:srgbClr val="FFFFFF"/>
          </a:solidFill>
          <a:ln w="6350">
            <a:solidFill>
              <a:srgbClr val="7FB8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3" name="MBBR2_Bubble_122"/>
          <p:cNvSpPr/>
          <p:nvPr/>
        </p:nvSpPr>
        <p:spPr>
          <a:xfrm>
            <a:off x="8088490" y="2012502"/>
            <a:ext cx="50590" cy="50590"/>
          </a:xfrm>
          <a:prstGeom prst="ellipse">
            <a:avLst/>
          </a:prstGeom>
          <a:solidFill>
            <a:srgbClr val="FFFFFF"/>
          </a:solidFill>
          <a:ln w="6350">
            <a:solidFill>
              <a:srgbClr val="7FB8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4" name="MBBR2_Bubble_123"/>
          <p:cNvSpPr/>
          <p:nvPr/>
        </p:nvSpPr>
        <p:spPr>
          <a:xfrm>
            <a:off x="8396048" y="1753408"/>
            <a:ext cx="37914" cy="37914"/>
          </a:xfrm>
          <a:prstGeom prst="ellipse">
            <a:avLst/>
          </a:prstGeom>
          <a:solidFill>
            <a:srgbClr val="FFFFFF"/>
          </a:solidFill>
          <a:ln w="6350">
            <a:solidFill>
              <a:srgbClr val="7FB8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5" name="MBBR2_Bubble_124"/>
          <p:cNvSpPr/>
          <p:nvPr/>
        </p:nvSpPr>
        <p:spPr>
          <a:xfrm>
            <a:off x="8042814" y="2385039"/>
            <a:ext cx="45070" cy="45070"/>
          </a:xfrm>
          <a:prstGeom prst="ellipse">
            <a:avLst/>
          </a:prstGeom>
          <a:solidFill>
            <a:srgbClr val="FFFFFF"/>
          </a:solidFill>
          <a:ln w="6350">
            <a:solidFill>
              <a:srgbClr val="7FB8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6" name="MBBR2_Bubble_125"/>
          <p:cNvSpPr/>
          <p:nvPr/>
        </p:nvSpPr>
        <p:spPr>
          <a:xfrm>
            <a:off x="7619835" y="2178914"/>
            <a:ext cx="32966" cy="32966"/>
          </a:xfrm>
          <a:prstGeom prst="ellipse">
            <a:avLst/>
          </a:prstGeom>
          <a:solidFill>
            <a:srgbClr val="FFFFFF"/>
          </a:solidFill>
          <a:ln w="6350">
            <a:solidFill>
              <a:srgbClr val="7FB8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7" name="MBBR2_Bubble_126"/>
          <p:cNvSpPr/>
          <p:nvPr/>
        </p:nvSpPr>
        <p:spPr>
          <a:xfrm>
            <a:off x="7681124" y="2076140"/>
            <a:ext cx="36578" cy="36578"/>
          </a:xfrm>
          <a:prstGeom prst="ellipse">
            <a:avLst/>
          </a:prstGeom>
          <a:solidFill>
            <a:srgbClr val="FFFFFF"/>
          </a:solidFill>
          <a:ln w="6350">
            <a:solidFill>
              <a:srgbClr val="7FB8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8" name="MBBR2_Bubble_127"/>
          <p:cNvSpPr/>
          <p:nvPr/>
        </p:nvSpPr>
        <p:spPr>
          <a:xfrm>
            <a:off x="7433780" y="2365859"/>
            <a:ext cx="41505" cy="41505"/>
          </a:xfrm>
          <a:prstGeom prst="ellipse">
            <a:avLst/>
          </a:prstGeom>
          <a:solidFill>
            <a:srgbClr val="FFFFFF"/>
          </a:solidFill>
          <a:ln w="6350">
            <a:solidFill>
              <a:srgbClr val="7FB8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9" name="MBBR2_Bubble_128"/>
          <p:cNvSpPr/>
          <p:nvPr/>
        </p:nvSpPr>
        <p:spPr>
          <a:xfrm>
            <a:off x="7456504" y="1983899"/>
            <a:ext cx="33344" cy="33344"/>
          </a:xfrm>
          <a:prstGeom prst="ellipse">
            <a:avLst/>
          </a:prstGeom>
          <a:solidFill>
            <a:srgbClr val="FFFFFF"/>
          </a:solidFill>
          <a:ln w="6350">
            <a:solidFill>
              <a:srgbClr val="7FB8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0" name="MBBR2_Bubble_129"/>
          <p:cNvSpPr/>
          <p:nvPr/>
        </p:nvSpPr>
        <p:spPr>
          <a:xfrm>
            <a:off x="8303310" y="1871368"/>
            <a:ext cx="47072" cy="47072"/>
          </a:xfrm>
          <a:prstGeom prst="ellipse">
            <a:avLst/>
          </a:prstGeom>
          <a:solidFill>
            <a:srgbClr val="FFFFFF"/>
          </a:solidFill>
          <a:ln w="6350">
            <a:solidFill>
              <a:srgbClr val="7FB8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1" name="MBBR2_Bubble_130"/>
          <p:cNvSpPr/>
          <p:nvPr/>
        </p:nvSpPr>
        <p:spPr>
          <a:xfrm>
            <a:off x="7822041" y="2329753"/>
            <a:ext cx="43597" cy="43597"/>
          </a:xfrm>
          <a:prstGeom prst="ellipse">
            <a:avLst/>
          </a:prstGeom>
          <a:solidFill>
            <a:srgbClr val="FFFFFF"/>
          </a:solidFill>
          <a:ln w="6350">
            <a:solidFill>
              <a:srgbClr val="7FB8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2" name="MBBR2_Bubble_131"/>
          <p:cNvSpPr/>
          <p:nvPr/>
        </p:nvSpPr>
        <p:spPr>
          <a:xfrm>
            <a:off x="7950655" y="2282536"/>
            <a:ext cx="33208" cy="33208"/>
          </a:xfrm>
          <a:prstGeom prst="ellipse">
            <a:avLst/>
          </a:prstGeom>
          <a:solidFill>
            <a:srgbClr val="FFFFFF"/>
          </a:solidFill>
          <a:ln w="6350">
            <a:solidFill>
              <a:srgbClr val="7FB8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3" name="MBBR2_Bubble_132"/>
          <p:cNvSpPr/>
          <p:nvPr/>
        </p:nvSpPr>
        <p:spPr>
          <a:xfrm>
            <a:off x="7871564" y="1994171"/>
            <a:ext cx="50879" cy="50879"/>
          </a:xfrm>
          <a:prstGeom prst="ellipse">
            <a:avLst/>
          </a:prstGeom>
          <a:solidFill>
            <a:srgbClr val="FFFFFF"/>
          </a:solidFill>
          <a:ln w="6350">
            <a:solidFill>
              <a:srgbClr val="7FB8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4" name="MBBR2_Bubble_133"/>
          <p:cNvSpPr/>
          <p:nvPr/>
        </p:nvSpPr>
        <p:spPr>
          <a:xfrm>
            <a:off x="8188157" y="1778487"/>
            <a:ext cx="32831" cy="32831"/>
          </a:xfrm>
          <a:prstGeom prst="ellipse">
            <a:avLst/>
          </a:prstGeom>
          <a:solidFill>
            <a:srgbClr val="FFFFFF"/>
          </a:solidFill>
          <a:ln w="6350">
            <a:solidFill>
              <a:srgbClr val="7FB8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5" name="MBBR2_Bubble_134"/>
          <p:cNvSpPr/>
          <p:nvPr/>
        </p:nvSpPr>
        <p:spPr>
          <a:xfrm>
            <a:off x="8070502" y="1887592"/>
            <a:ext cx="38729" cy="38729"/>
          </a:xfrm>
          <a:prstGeom prst="ellipse">
            <a:avLst/>
          </a:prstGeom>
          <a:solidFill>
            <a:srgbClr val="FFFFFF"/>
          </a:solidFill>
          <a:ln w="6350">
            <a:solidFill>
              <a:srgbClr val="7FB8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6" name="MBBR2_Bubble_135"/>
          <p:cNvSpPr/>
          <p:nvPr/>
        </p:nvSpPr>
        <p:spPr>
          <a:xfrm>
            <a:off x="8109645" y="1946314"/>
            <a:ext cx="29483" cy="29483"/>
          </a:xfrm>
          <a:prstGeom prst="ellipse">
            <a:avLst/>
          </a:prstGeom>
          <a:solidFill>
            <a:srgbClr val="FFFFFF"/>
          </a:solidFill>
          <a:ln w="6350">
            <a:solidFill>
              <a:srgbClr val="7FB8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7" name="MBBR2_Media_136"/>
          <p:cNvSpPr/>
          <p:nvPr/>
        </p:nvSpPr>
        <p:spPr>
          <a:xfrm>
            <a:off x="7458223" y="2204851"/>
            <a:ext cx="68580" cy="68580"/>
          </a:xfrm>
          <a:prstGeom prst="ellipse">
            <a:avLst/>
          </a:prstGeom>
          <a:solidFill>
            <a:srgbClr val="F8FAFC"/>
          </a:solidFill>
          <a:ln w="15875">
            <a:solidFill>
              <a:srgbClr val="1580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8" name="MBBR2_Media_137"/>
          <p:cNvSpPr/>
          <p:nvPr/>
        </p:nvSpPr>
        <p:spPr>
          <a:xfrm>
            <a:off x="8018966" y="2077496"/>
            <a:ext cx="68580" cy="68580"/>
          </a:xfrm>
          <a:prstGeom prst="ellipse">
            <a:avLst/>
          </a:prstGeom>
          <a:solidFill>
            <a:srgbClr val="F8FAFC"/>
          </a:solidFill>
          <a:ln w="15875">
            <a:solidFill>
              <a:srgbClr val="1580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9" name="MBBR2_Media_138"/>
          <p:cNvSpPr/>
          <p:nvPr/>
        </p:nvSpPr>
        <p:spPr>
          <a:xfrm>
            <a:off x="8648242" y="1774016"/>
            <a:ext cx="68580" cy="68580"/>
          </a:xfrm>
          <a:prstGeom prst="ellipse">
            <a:avLst/>
          </a:prstGeom>
          <a:solidFill>
            <a:srgbClr val="F8FAFC"/>
          </a:solidFill>
          <a:ln w="15875">
            <a:solidFill>
              <a:srgbClr val="1580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0" name="MBBR2_Media_139"/>
          <p:cNvSpPr/>
          <p:nvPr/>
        </p:nvSpPr>
        <p:spPr>
          <a:xfrm>
            <a:off x="7946229" y="1854114"/>
            <a:ext cx="68580" cy="68580"/>
          </a:xfrm>
          <a:prstGeom prst="ellipse">
            <a:avLst/>
          </a:prstGeom>
          <a:solidFill>
            <a:srgbClr val="F8FAFC"/>
          </a:solidFill>
          <a:ln w="15875">
            <a:solidFill>
              <a:srgbClr val="1580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1" name="MBBR2_Media_140"/>
          <p:cNvSpPr/>
          <p:nvPr/>
        </p:nvSpPr>
        <p:spPr>
          <a:xfrm>
            <a:off x="7925170" y="1724671"/>
            <a:ext cx="68580" cy="68580"/>
          </a:xfrm>
          <a:prstGeom prst="ellipse">
            <a:avLst/>
          </a:prstGeom>
          <a:solidFill>
            <a:srgbClr val="F8FAFC"/>
          </a:solidFill>
          <a:ln w="15875">
            <a:solidFill>
              <a:srgbClr val="1580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2" name="MBBR2_Media_141"/>
          <p:cNvSpPr/>
          <p:nvPr/>
        </p:nvSpPr>
        <p:spPr>
          <a:xfrm>
            <a:off x="7552699" y="2196004"/>
            <a:ext cx="68580" cy="68580"/>
          </a:xfrm>
          <a:prstGeom prst="ellipse">
            <a:avLst/>
          </a:prstGeom>
          <a:solidFill>
            <a:srgbClr val="F8FAFC"/>
          </a:solidFill>
          <a:ln w="15875">
            <a:solidFill>
              <a:srgbClr val="1580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3" name="MBBR2_Media_142"/>
          <p:cNvSpPr/>
          <p:nvPr/>
        </p:nvSpPr>
        <p:spPr>
          <a:xfrm>
            <a:off x="8578591" y="1722664"/>
            <a:ext cx="68580" cy="68580"/>
          </a:xfrm>
          <a:prstGeom prst="ellipse">
            <a:avLst/>
          </a:prstGeom>
          <a:solidFill>
            <a:srgbClr val="F8FAFC"/>
          </a:solidFill>
          <a:ln w="15875">
            <a:solidFill>
              <a:srgbClr val="1580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4" name="MBBR2_Media_143"/>
          <p:cNvSpPr/>
          <p:nvPr/>
        </p:nvSpPr>
        <p:spPr>
          <a:xfrm>
            <a:off x="8133212" y="1891868"/>
            <a:ext cx="68580" cy="68580"/>
          </a:xfrm>
          <a:prstGeom prst="ellipse">
            <a:avLst/>
          </a:prstGeom>
          <a:solidFill>
            <a:srgbClr val="F8FAFC"/>
          </a:solidFill>
          <a:ln w="15875">
            <a:solidFill>
              <a:srgbClr val="1580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5" name="MBBR2_Media_144"/>
          <p:cNvSpPr/>
          <p:nvPr/>
        </p:nvSpPr>
        <p:spPr>
          <a:xfrm>
            <a:off x="7861352" y="1859886"/>
            <a:ext cx="68580" cy="68580"/>
          </a:xfrm>
          <a:prstGeom prst="ellipse">
            <a:avLst/>
          </a:prstGeom>
          <a:solidFill>
            <a:srgbClr val="F8FAFC"/>
          </a:solidFill>
          <a:ln w="15875">
            <a:solidFill>
              <a:srgbClr val="1580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6" name="MBBR2_Media_145"/>
          <p:cNvSpPr/>
          <p:nvPr/>
        </p:nvSpPr>
        <p:spPr>
          <a:xfrm>
            <a:off x="8410430" y="2036052"/>
            <a:ext cx="68580" cy="68580"/>
          </a:xfrm>
          <a:prstGeom prst="ellipse">
            <a:avLst/>
          </a:prstGeom>
          <a:solidFill>
            <a:srgbClr val="F8FAFC"/>
          </a:solidFill>
          <a:ln w="15875">
            <a:solidFill>
              <a:srgbClr val="1580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7" name="MBBR2_Media_146"/>
          <p:cNvSpPr/>
          <p:nvPr/>
        </p:nvSpPr>
        <p:spPr>
          <a:xfrm>
            <a:off x="7698210" y="2127984"/>
            <a:ext cx="68580" cy="68580"/>
          </a:xfrm>
          <a:prstGeom prst="ellipse">
            <a:avLst/>
          </a:prstGeom>
          <a:solidFill>
            <a:srgbClr val="F8FAFC"/>
          </a:solidFill>
          <a:ln w="15875">
            <a:solidFill>
              <a:srgbClr val="1580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8" name="MBBR2_Media_147"/>
          <p:cNvSpPr/>
          <p:nvPr/>
        </p:nvSpPr>
        <p:spPr>
          <a:xfrm>
            <a:off x="8629322" y="2344527"/>
            <a:ext cx="68580" cy="68580"/>
          </a:xfrm>
          <a:prstGeom prst="ellipse">
            <a:avLst/>
          </a:prstGeom>
          <a:solidFill>
            <a:srgbClr val="F8FAFC"/>
          </a:solidFill>
          <a:ln w="15875">
            <a:solidFill>
              <a:srgbClr val="1580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9" name="MBBR2_Media_148"/>
          <p:cNvSpPr/>
          <p:nvPr/>
        </p:nvSpPr>
        <p:spPr>
          <a:xfrm>
            <a:off x="7914186" y="2343175"/>
            <a:ext cx="68580" cy="68580"/>
          </a:xfrm>
          <a:prstGeom prst="ellipse">
            <a:avLst/>
          </a:prstGeom>
          <a:solidFill>
            <a:srgbClr val="F8FAFC"/>
          </a:solidFill>
          <a:ln w="15875">
            <a:solidFill>
              <a:srgbClr val="1580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0" name="MBBR2_Media_149"/>
          <p:cNvSpPr/>
          <p:nvPr/>
        </p:nvSpPr>
        <p:spPr>
          <a:xfrm>
            <a:off x="8509924" y="1981915"/>
            <a:ext cx="68580" cy="68580"/>
          </a:xfrm>
          <a:prstGeom prst="ellipse">
            <a:avLst/>
          </a:prstGeom>
          <a:solidFill>
            <a:srgbClr val="F8FAFC"/>
          </a:solidFill>
          <a:ln w="15875">
            <a:solidFill>
              <a:srgbClr val="1580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1" name="MBBR2_Media_150"/>
          <p:cNvSpPr/>
          <p:nvPr/>
        </p:nvSpPr>
        <p:spPr>
          <a:xfrm>
            <a:off x="7494409" y="1845511"/>
            <a:ext cx="68580" cy="68580"/>
          </a:xfrm>
          <a:prstGeom prst="ellipse">
            <a:avLst/>
          </a:prstGeom>
          <a:solidFill>
            <a:srgbClr val="F8FAFC"/>
          </a:solidFill>
          <a:ln w="15875">
            <a:solidFill>
              <a:srgbClr val="1580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2" name="MBBR2_Media_151"/>
          <p:cNvSpPr/>
          <p:nvPr/>
        </p:nvSpPr>
        <p:spPr>
          <a:xfrm>
            <a:off x="7562298" y="2192929"/>
            <a:ext cx="68580" cy="68580"/>
          </a:xfrm>
          <a:prstGeom prst="ellipse">
            <a:avLst/>
          </a:prstGeom>
          <a:solidFill>
            <a:srgbClr val="F8FAFC"/>
          </a:solidFill>
          <a:ln w="15875">
            <a:solidFill>
              <a:srgbClr val="1580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3" name="MBBR2_Media_152"/>
          <p:cNvSpPr/>
          <p:nvPr/>
        </p:nvSpPr>
        <p:spPr>
          <a:xfrm>
            <a:off x="8206156" y="2355868"/>
            <a:ext cx="68580" cy="68580"/>
          </a:xfrm>
          <a:prstGeom prst="ellipse">
            <a:avLst/>
          </a:prstGeom>
          <a:solidFill>
            <a:srgbClr val="F8FAFC"/>
          </a:solidFill>
          <a:ln w="15875">
            <a:solidFill>
              <a:srgbClr val="1580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4" name="MBBR2_Media_153"/>
          <p:cNvSpPr/>
          <p:nvPr/>
        </p:nvSpPr>
        <p:spPr>
          <a:xfrm>
            <a:off x="7763693" y="1941701"/>
            <a:ext cx="68580" cy="68580"/>
          </a:xfrm>
          <a:prstGeom prst="ellipse">
            <a:avLst/>
          </a:prstGeom>
          <a:solidFill>
            <a:srgbClr val="F8FAFC"/>
          </a:solidFill>
          <a:ln w="15875">
            <a:solidFill>
              <a:srgbClr val="1580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5" name="MBBR2_Media_154"/>
          <p:cNvSpPr/>
          <p:nvPr/>
        </p:nvSpPr>
        <p:spPr>
          <a:xfrm>
            <a:off x="7827207" y="1810866"/>
            <a:ext cx="68580" cy="68580"/>
          </a:xfrm>
          <a:prstGeom prst="ellipse">
            <a:avLst/>
          </a:prstGeom>
          <a:solidFill>
            <a:srgbClr val="F8FAFC"/>
          </a:solidFill>
          <a:ln w="15875">
            <a:solidFill>
              <a:srgbClr val="1580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6" name="MBBR2_Media_155"/>
          <p:cNvSpPr/>
          <p:nvPr/>
        </p:nvSpPr>
        <p:spPr>
          <a:xfrm>
            <a:off x="8676664" y="2122084"/>
            <a:ext cx="68580" cy="68580"/>
          </a:xfrm>
          <a:prstGeom prst="ellipse">
            <a:avLst/>
          </a:prstGeom>
          <a:solidFill>
            <a:srgbClr val="F8FAFC"/>
          </a:solidFill>
          <a:ln w="15875">
            <a:solidFill>
              <a:srgbClr val="1580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7" name="MBBR2_Media_156"/>
          <p:cNvSpPr/>
          <p:nvPr/>
        </p:nvSpPr>
        <p:spPr>
          <a:xfrm>
            <a:off x="8492293" y="2181994"/>
            <a:ext cx="68580" cy="68580"/>
          </a:xfrm>
          <a:prstGeom prst="ellipse">
            <a:avLst/>
          </a:prstGeom>
          <a:solidFill>
            <a:srgbClr val="F8FAFC"/>
          </a:solidFill>
          <a:ln w="15875">
            <a:solidFill>
              <a:srgbClr val="1580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8" name="MBBR2_Media_157"/>
          <p:cNvSpPr/>
          <p:nvPr/>
        </p:nvSpPr>
        <p:spPr>
          <a:xfrm>
            <a:off x="7764033" y="2099193"/>
            <a:ext cx="68580" cy="68580"/>
          </a:xfrm>
          <a:prstGeom prst="ellipse">
            <a:avLst/>
          </a:prstGeom>
          <a:solidFill>
            <a:srgbClr val="F8FAFC"/>
          </a:solidFill>
          <a:ln w="15875">
            <a:solidFill>
              <a:srgbClr val="1580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9" name="MBBR2_Media_158"/>
          <p:cNvSpPr/>
          <p:nvPr/>
        </p:nvSpPr>
        <p:spPr>
          <a:xfrm>
            <a:off x="7559248" y="2182771"/>
            <a:ext cx="68580" cy="68580"/>
          </a:xfrm>
          <a:prstGeom prst="ellipse">
            <a:avLst/>
          </a:prstGeom>
          <a:solidFill>
            <a:srgbClr val="F8FAFC"/>
          </a:solidFill>
          <a:ln w="15875">
            <a:solidFill>
              <a:srgbClr val="1580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0" name="MBBR2_Media_159"/>
          <p:cNvSpPr/>
          <p:nvPr/>
        </p:nvSpPr>
        <p:spPr>
          <a:xfrm>
            <a:off x="8735330" y="2115285"/>
            <a:ext cx="68580" cy="68580"/>
          </a:xfrm>
          <a:prstGeom prst="ellipse">
            <a:avLst/>
          </a:prstGeom>
          <a:solidFill>
            <a:srgbClr val="F8FAFC"/>
          </a:solidFill>
          <a:ln w="15875">
            <a:solidFill>
              <a:srgbClr val="1580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1" name="MBBR2_Media_160"/>
          <p:cNvSpPr/>
          <p:nvPr/>
        </p:nvSpPr>
        <p:spPr>
          <a:xfrm>
            <a:off x="7845215" y="1930151"/>
            <a:ext cx="68580" cy="68580"/>
          </a:xfrm>
          <a:prstGeom prst="ellipse">
            <a:avLst/>
          </a:prstGeom>
          <a:solidFill>
            <a:srgbClr val="F8FAFC"/>
          </a:solidFill>
          <a:ln w="15875">
            <a:solidFill>
              <a:srgbClr val="1580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2" name="MBBR2_Media_161"/>
          <p:cNvSpPr/>
          <p:nvPr/>
        </p:nvSpPr>
        <p:spPr>
          <a:xfrm>
            <a:off x="8160989" y="2086825"/>
            <a:ext cx="68580" cy="68580"/>
          </a:xfrm>
          <a:prstGeom prst="ellipse">
            <a:avLst/>
          </a:prstGeom>
          <a:solidFill>
            <a:srgbClr val="F8FAFC"/>
          </a:solidFill>
          <a:ln w="15875">
            <a:solidFill>
              <a:srgbClr val="1580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3" name="MBBR2_Media_162"/>
          <p:cNvSpPr/>
          <p:nvPr/>
        </p:nvSpPr>
        <p:spPr>
          <a:xfrm>
            <a:off x="7547923" y="1967128"/>
            <a:ext cx="68580" cy="68580"/>
          </a:xfrm>
          <a:prstGeom prst="ellipse">
            <a:avLst/>
          </a:prstGeom>
          <a:solidFill>
            <a:srgbClr val="F8FAFC"/>
          </a:solidFill>
          <a:ln w="15875">
            <a:solidFill>
              <a:srgbClr val="1580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4" name="MBBR2_Media_163"/>
          <p:cNvSpPr/>
          <p:nvPr/>
        </p:nvSpPr>
        <p:spPr>
          <a:xfrm>
            <a:off x="8543194" y="2205947"/>
            <a:ext cx="68580" cy="68580"/>
          </a:xfrm>
          <a:prstGeom prst="ellipse">
            <a:avLst/>
          </a:prstGeom>
          <a:solidFill>
            <a:srgbClr val="F8FAFC"/>
          </a:solidFill>
          <a:ln w="15875">
            <a:solidFill>
              <a:srgbClr val="1580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5" name="MBBR2_Media_164"/>
          <p:cNvSpPr/>
          <p:nvPr/>
        </p:nvSpPr>
        <p:spPr>
          <a:xfrm>
            <a:off x="8119687" y="2059797"/>
            <a:ext cx="68580" cy="68580"/>
          </a:xfrm>
          <a:prstGeom prst="ellipse">
            <a:avLst/>
          </a:prstGeom>
          <a:solidFill>
            <a:srgbClr val="F8FAFC"/>
          </a:solidFill>
          <a:ln w="15875">
            <a:solidFill>
              <a:srgbClr val="1580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6" name="MBBR2_Media_165"/>
          <p:cNvSpPr/>
          <p:nvPr/>
        </p:nvSpPr>
        <p:spPr>
          <a:xfrm>
            <a:off x="8237153" y="1963073"/>
            <a:ext cx="68580" cy="68580"/>
          </a:xfrm>
          <a:prstGeom prst="ellipse">
            <a:avLst/>
          </a:prstGeom>
          <a:solidFill>
            <a:srgbClr val="F8FAFC"/>
          </a:solidFill>
          <a:ln w="15875">
            <a:solidFill>
              <a:srgbClr val="1580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7" name="MBBR2_Media_166"/>
          <p:cNvSpPr/>
          <p:nvPr/>
        </p:nvSpPr>
        <p:spPr>
          <a:xfrm>
            <a:off x="7495770" y="1798822"/>
            <a:ext cx="68580" cy="68580"/>
          </a:xfrm>
          <a:prstGeom prst="ellipse">
            <a:avLst/>
          </a:prstGeom>
          <a:solidFill>
            <a:srgbClr val="F8FAFC"/>
          </a:solidFill>
          <a:ln w="15875">
            <a:solidFill>
              <a:srgbClr val="1580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8" name="MBBR2_Media_167"/>
          <p:cNvSpPr/>
          <p:nvPr/>
        </p:nvSpPr>
        <p:spPr>
          <a:xfrm>
            <a:off x="7907782" y="2327239"/>
            <a:ext cx="68580" cy="68580"/>
          </a:xfrm>
          <a:prstGeom prst="ellipse">
            <a:avLst/>
          </a:prstGeom>
          <a:solidFill>
            <a:srgbClr val="F8FAFC"/>
          </a:solidFill>
          <a:ln w="15875">
            <a:solidFill>
              <a:srgbClr val="1580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9" name="MBBR2_Media_168"/>
          <p:cNvSpPr/>
          <p:nvPr/>
        </p:nvSpPr>
        <p:spPr>
          <a:xfrm>
            <a:off x="8440820" y="2328672"/>
            <a:ext cx="68580" cy="68580"/>
          </a:xfrm>
          <a:prstGeom prst="ellipse">
            <a:avLst/>
          </a:prstGeom>
          <a:solidFill>
            <a:srgbClr val="F8FAFC"/>
          </a:solidFill>
          <a:ln w="15875">
            <a:solidFill>
              <a:srgbClr val="1580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0" name="MBBR2_Media_169"/>
          <p:cNvSpPr/>
          <p:nvPr/>
        </p:nvSpPr>
        <p:spPr>
          <a:xfrm>
            <a:off x="8010022" y="2287640"/>
            <a:ext cx="68580" cy="68580"/>
          </a:xfrm>
          <a:prstGeom prst="ellipse">
            <a:avLst/>
          </a:prstGeom>
          <a:solidFill>
            <a:srgbClr val="F8FAFC"/>
          </a:solidFill>
          <a:ln w="15875">
            <a:solidFill>
              <a:srgbClr val="1580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1" name="MBBR2_Sieve_170"/>
          <p:cNvSpPr/>
          <p:nvPr/>
        </p:nvSpPr>
        <p:spPr>
          <a:xfrm>
            <a:off x="8778240" y="1737360"/>
            <a:ext cx="91440" cy="237744"/>
          </a:xfrm>
          <a:prstGeom prst="rect">
            <a:avLst/>
          </a:prstGeom>
          <a:solidFill>
            <a:srgbClr val="E2E8F0"/>
          </a:solidFill>
          <a:ln w="9525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2" name="MBBR2_SieveMesh_171"/>
          <p:cNvSpPr/>
          <p:nvPr/>
        </p:nvSpPr>
        <p:spPr>
          <a:xfrm>
            <a:off x="8778240" y="1796796"/>
            <a:ext cx="91440" cy="0"/>
          </a:xfrm>
          <a:prstGeom prst="line">
            <a:avLst/>
          </a:prstGeom>
          <a:noFill/>
          <a:ln w="635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3" name="MBBR2_SieveMesh_172"/>
          <p:cNvSpPr/>
          <p:nvPr/>
        </p:nvSpPr>
        <p:spPr>
          <a:xfrm>
            <a:off x="8778240" y="1856232"/>
            <a:ext cx="91440" cy="0"/>
          </a:xfrm>
          <a:prstGeom prst="line">
            <a:avLst/>
          </a:prstGeom>
          <a:noFill/>
          <a:ln w="635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4" name="MBBR2_SieveMesh_173"/>
          <p:cNvSpPr/>
          <p:nvPr/>
        </p:nvSpPr>
        <p:spPr>
          <a:xfrm>
            <a:off x="8778240" y="1915668"/>
            <a:ext cx="91440" cy="0"/>
          </a:xfrm>
          <a:prstGeom prst="line">
            <a:avLst/>
          </a:prstGeom>
          <a:noFill/>
          <a:ln w="635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5" name="Settler_Water_174"/>
          <p:cNvSpPr/>
          <p:nvPr/>
        </p:nvSpPr>
        <p:spPr>
          <a:xfrm>
            <a:off x="9281160" y="1572768"/>
            <a:ext cx="1325880" cy="1170432"/>
          </a:xfrm>
          <a:custGeom>
            <a:avLst/>
            <a:gdLst/>
            <a:ahLst/>
            <a:cxnLst/>
            <a:rect l="l" t="t" r="r" b="b"/>
            <a:pathLst>
              <a:path w="1325880" h="1170432">
                <a:moveTo>
                  <a:pt x="0" y="0"/>
                </a:moveTo>
                <a:lnTo>
                  <a:pt x="1325880" y="0"/>
                </a:lnTo>
                <a:lnTo>
                  <a:pt x="1325880" y="713232"/>
                </a:lnTo>
                <a:lnTo>
                  <a:pt x="790956" y="1170432"/>
                </a:lnTo>
                <a:lnTo>
                  <a:pt x="534924" y="1170432"/>
                </a:lnTo>
                <a:lnTo>
                  <a:pt x="0" y="713232"/>
                </a:lnTo>
                <a:close/>
              </a:path>
            </a:pathLst>
          </a:custGeom>
          <a:solidFill>
            <a:srgbClr val="C9DEC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6" name="Settler_Shell_175"/>
          <p:cNvSpPr/>
          <p:nvPr/>
        </p:nvSpPr>
        <p:spPr>
          <a:xfrm>
            <a:off x="9281160" y="1463040"/>
            <a:ext cx="1325880" cy="1280160"/>
          </a:xfrm>
          <a:custGeom>
            <a:avLst/>
            <a:gdLst/>
            <a:ahLst/>
            <a:cxnLst/>
            <a:rect l="l" t="t" r="r" b="b"/>
            <a:pathLst>
              <a:path w="1325880" h="1280160">
                <a:moveTo>
                  <a:pt x="0" y="0"/>
                </a:moveTo>
                <a:lnTo>
                  <a:pt x="0" y="822960"/>
                </a:lnTo>
                <a:lnTo>
                  <a:pt x="534924" y="1280160"/>
                </a:lnTo>
                <a:lnTo>
                  <a:pt x="790956" y="1280160"/>
                </a:lnTo>
                <a:lnTo>
                  <a:pt x="1325880" y="822960"/>
                </a:lnTo>
                <a:lnTo>
                  <a:pt x="1325880" y="0"/>
                </a:lnTo>
              </a:path>
            </a:pathLst>
          </a:custGeom>
          <a:ln w="381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7" name="Settler_Tube_176"/>
          <p:cNvSpPr/>
          <p:nvPr/>
        </p:nvSpPr>
        <p:spPr>
          <a:xfrm flipV="1">
            <a:off x="9354312" y="1810512"/>
            <a:ext cx="164592" cy="310896"/>
          </a:xfrm>
          <a:prstGeom prst="line">
            <a:avLst/>
          </a:prstGeom>
          <a:noFill/>
          <a:ln w="15875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8" name="Settler_Tube_177"/>
          <p:cNvSpPr/>
          <p:nvPr/>
        </p:nvSpPr>
        <p:spPr>
          <a:xfrm flipV="1">
            <a:off x="9486900" y="1810512"/>
            <a:ext cx="164592" cy="310896"/>
          </a:xfrm>
          <a:prstGeom prst="line">
            <a:avLst/>
          </a:prstGeom>
          <a:noFill/>
          <a:ln w="15875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9" name="Settler_Tube_178"/>
          <p:cNvSpPr/>
          <p:nvPr/>
        </p:nvSpPr>
        <p:spPr>
          <a:xfrm flipV="1">
            <a:off x="9619488" y="1810512"/>
            <a:ext cx="164592" cy="310896"/>
          </a:xfrm>
          <a:prstGeom prst="line">
            <a:avLst/>
          </a:prstGeom>
          <a:noFill/>
          <a:ln w="15875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0" name="Settler_Tube_179"/>
          <p:cNvSpPr/>
          <p:nvPr/>
        </p:nvSpPr>
        <p:spPr>
          <a:xfrm flipV="1">
            <a:off x="9752076" y="1810512"/>
            <a:ext cx="164592" cy="310896"/>
          </a:xfrm>
          <a:prstGeom prst="line">
            <a:avLst/>
          </a:prstGeom>
          <a:noFill/>
          <a:ln w="15875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1" name="Settler_Tube_180"/>
          <p:cNvSpPr/>
          <p:nvPr/>
        </p:nvSpPr>
        <p:spPr>
          <a:xfrm flipV="1">
            <a:off x="9884664" y="1810512"/>
            <a:ext cx="164592" cy="310896"/>
          </a:xfrm>
          <a:prstGeom prst="line">
            <a:avLst/>
          </a:prstGeom>
          <a:noFill/>
          <a:ln w="15875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2" name="Settler_Tube_181"/>
          <p:cNvSpPr/>
          <p:nvPr/>
        </p:nvSpPr>
        <p:spPr>
          <a:xfrm flipV="1">
            <a:off x="10017252" y="1810512"/>
            <a:ext cx="164592" cy="310896"/>
          </a:xfrm>
          <a:prstGeom prst="line">
            <a:avLst/>
          </a:prstGeom>
          <a:noFill/>
          <a:ln w="15875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3" name="Settler_Tube_182"/>
          <p:cNvSpPr/>
          <p:nvPr/>
        </p:nvSpPr>
        <p:spPr>
          <a:xfrm flipV="1">
            <a:off x="10149840" y="1810512"/>
            <a:ext cx="164592" cy="310896"/>
          </a:xfrm>
          <a:prstGeom prst="line">
            <a:avLst/>
          </a:prstGeom>
          <a:noFill/>
          <a:ln w="15875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4" name="Settler_Tube_183"/>
          <p:cNvSpPr/>
          <p:nvPr/>
        </p:nvSpPr>
        <p:spPr>
          <a:xfrm flipV="1">
            <a:off x="10282428" y="1810512"/>
            <a:ext cx="164592" cy="310896"/>
          </a:xfrm>
          <a:prstGeom prst="line">
            <a:avLst/>
          </a:prstGeom>
          <a:noFill/>
          <a:ln w="15875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5" name="Settler_Tube_184"/>
          <p:cNvSpPr/>
          <p:nvPr/>
        </p:nvSpPr>
        <p:spPr>
          <a:xfrm flipV="1">
            <a:off x="10415016" y="1810512"/>
            <a:ext cx="164592" cy="310896"/>
          </a:xfrm>
          <a:prstGeom prst="line">
            <a:avLst/>
          </a:prstGeom>
          <a:noFill/>
          <a:ln w="15875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6" name="Settler_TubePack_185"/>
          <p:cNvSpPr/>
          <p:nvPr/>
        </p:nvSpPr>
        <p:spPr>
          <a:xfrm>
            <a:off x="9354312" y="1810512"/>
            <a:ext cx="1179576" cy="0"/>
          </a:xfrm>
          <a:prstGeom prst="line">
            <a:avLst/>
          </a:prstGeom>
          <a:noFill/>
          <a:ln w="9525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7" name="Settler_TubePack_186"/>
          <p:cNvSpPr/>
          <p:nvPr/>
        </p:nvSpPr>
        <p:spPr>
          <a:xfrm>
            <a:off x="9354312" y="2121408"/>
            <a:ext cx="1179576" cy="0"/>
          </a:xfrm>
          <a:prstGeom prst="line">
            <a:avLst/>
          </a:prstGeom>
          <a:noFill/>
          <a:ln w="9525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8" name="Settler_Launder_187"/>
          <p:cNvSpPr/>
          <p:nvPr/>
        </p:nvSpPr>
        <p:spPr>
          <a:xfrm>
            <a:off x="9326880" y="1591056"/>
            <a:ext cx="1234440" cy="64008"/>
          </a:xfrm>
          <a:prstGeom prst="rect">
            <a:avLst/>
          </a:prstGeom>
          <a:solidFill>
            <a:srgbClr val="E2E8F0"/>
          </a:solidFill>
          <a:ln w="9525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9" name="Settler_Sludge_188"/>
          <p:cNvSpPr/>
          <p:nvPr/>
        </p:nvSpPr>
        <p:spPr>
          <a:xfrm>
            <a:off x="9893022" y="2369712"/>
            <a:ext cx="54864" cy="54864"/>
          </a:xfrm>
          <a:prstGeom prst="ellipse">
            <a:avLst/>
          </a:prstGeom>
          <a:solidFill>
            <a:srgbClr val="8A6A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0" name="Settler_Sludge_189"/>
          <p:cNvSpPr/>
          <p:nvPr/>
        </p:nvSpPr>
        <p:spPr>
          <a:xfrm>
            <a:off x="10072897" y="2428757"/>
            <a:ext cx="54864" cy="54864"/>
          </a:xfrm>
          <a:prstGeom prst="ellipse">
            <a:avLst/>
          </a:prstGeom>
          <a:solidFill>
            <a:srgbClr val="8A6A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1" name="Settler_Sludge_190"/>
          <p:cNvSpPr/>
          <p:nvPr/>
        </p:nvSpPr>
        <p:spPr>
          <a:xfrm>
            <a:off x="9815253" y="2405722"/>
            <a:ext cx="54864" cy="54864"/>
          </a:xfrm>
          <a:prstGeom prst="ellipse">
            <a:avLst/>
          </a:prstGeom>
          <a:solidFill>
            <a:srgbClr val="8A6A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2" name="Settler_Sludge_191"/>
          <p:cNvSpPr/>
          <p:nvPr/>
        </p:nvSpPr>
        <p:spPr>
          <a:xfrm>
            <a:off x="9736010" y="2430431"/>
            <a:ext cx="54864" cy="54864"/>
          </a:xfrm>
          <a:prstGeom prst="ellipse">
            <a:avLst/>
          </a:prstGeom>
          <a:solidFill>
            <a:srgbClr val="8A6A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3" name="Settler_Sludge_192"/>
          <p:cNvSpPr/>
          <p:nvPr/>
        </p:nvSpPr>
        <p:spPr>
          <a:xfrm>
            <a:off x="9855038" y="2573437"/>
            <a:ext cx="54864" cy="54864"/>
          </a:xfrm>
          <a:prstGeom prst="ellipse">
            <a:avLst/>
          </a:prstGeom>
          <a:solidFill>
            <a:srgbClr val="8A6A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4" name="Settler_Sludge_193"/>
          <p:cNvSpPr/>
          <p:nvPr/>
        </p:nvSpPr>
        <p:spPr>
          <a:xfrm>
            <a:off x="10043191" y="2490430"/>
            <a:ext cx="54864" cy="54864"/>
          </a:xfrm>
          <a:prstGeom prst="ellipse">
            <a:avLst/>
          </a:prstGeom>
          <a:solidFill>
            <a:srgbClr val="8A6A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5" name="Label_194"/>
          <p:cNvSpPr txBox="1"/>
          <p:nvPr/>
        </p:nvSpPr>
        <p:spPr>
          <a:xfrm>
            <a:off x="137160" y="1481328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sewage</a:t>
            </a:r>
            <a:endParaRPr lang="en-US" sz="900" dirty="0"/>
          </a:p>
        </p:txBody>
      </p:sp>
      <p:sp>
        <p:nvSpPr>
          <p:cNvPr id="196" name="Inlet_195"/>
          <p:cNvSpPr/>
          <p:nvPr/>
        </p:nvSpPr>
        <p:spPr>
          <a:xfrm>
            <a:off x="137160" y="1847088"/>
            <a:ext cx="548640" cy="0"/>
          </a:xfrm>
          <a:prstGeom prst="line">
            <a:avLst/>
          </a:prstGeom>
          <a:noFill/>
          <a:ln w="38100">
            <a:solidFill>
              <a:srgbClr val="1F3A5F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97" name="Flow_196"/>
          <p:cNvSpPr/>
          <p:nvPr/>
        </p:nvSpPr>
        <p:spPr>
          <a:xfrm>
            <a:off x="1828800" y="1847088"/>
            <a:ext cx="320040" cy="0"/>
          </a:xfrm>
          <a:prstGeom prst="line">
            <a:avLst/>
          </a:prstGeom>
          <a:noFill/>
          <a:ln w="38100">
            <a:solidFill>
              <a:srgbClr val="1F3A5F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98" name="Flow_197"/>
          <p:cNvSpPr/>
          <p:nvPr/>
        </p:nvSpPr>
        <p:spPr>
          <a:xfrm>
            <a:off x="3291840" y="1847088"/>
            <a:ext cx="320040" cy="0"/>
          </a:xfrm>
          <a:prstGeom prst="line">
            <a:avLst/>
          </a:prstGeom>
          <a:noFill/>
          <a:ln w="38100">
            <a:solidFill>
              <a:srgbClr val="1F3A5F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99" name="LiftPipe_198"/>
          <p:cNvSpPr/>
          <p:nvPr/>
        </p:nvSpPr>
        <p:spPr>
          <a:xfrm flipV="1">
            <a:off x="4727448" y="1307592"/>
            <a:ext cx="0" cy="932688"/>
          </a:xfrm>
          <a:prstGeom prst="line">
            <a:avLst/>
          </a:prstGeom>
          <a:noFill/>
          <a:ln w="38100">
            <a:solidFill>
              <a:srgbClr val="1F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0" name="LiftPipe_199"/>
          <p:cNvSpPr/>
          <p:nvPr/>
        </p:nvSpPr>
        <p:spPr>
          <a:xfrm>
            <a:off x="4727448" y="1307592"/>
            <a:ext cx="896112" cy="0"/>
          </a:xfrm>
          <a:prstGeom prst="line">
            <a:avLst/>
          </a:prstGeom>
          <a:noFill/>
          <a:ln w="38100">
            <a:solidFill>
              <a:srgbClr val="1F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1" name="LiftPipe_200"/>
          <p:cNvSpPr/>
          <p:nvPr/>
        </p:nvSpPr>
        <p:spPr>
          <a:xfrm>
            <a:off x="5623560" y="1307592"/>
            <a:ext cx="0" cy="338328"/>
          </a:xfrm>
          <a:prstGeom prst="line">
            <a:avLst/>
          </a:prstGeom>
          <a:noFill/>
          <a:ln w="38100">
            <a:solidFill>
              <a:srgbClr val="1F3A5F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02" name="Flow_201"/>
          <p:cNvSpPr/>
          <p:nvPr/>
        </p:nvSpPr>
        <p:spPr>
          <a:xfrm>
            <a:off x="6949440" y="1847088"/>
            <a:ext cx="365760" cy="0"/>
          </a:xfrm>
          <a:prstGeom prst="line">
            <a:avLst/>
          </a:prstGeom>
          <a:noFill/>
          <a:ln w="38100">
            <a:solidFill>
              <a:srgbClr val="1F3A5F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03" name="Flow_202"/>
          <p:cNvSpPr/>
          <p:nvPr/>
        </p:nvSpPr>
        <p:spPr>
          <a:xfrm>
            <a:off x="8915400" y="1847088"/>
            <a:ext cx="365760" cy="0"/>
          </a:xfrm>
          <a:prstGeom prst="line">
            <a:avLst/>
          </a:prstGeom>
          <a:noFill/>
          <a:ln w="38100">
            <a:solidFill>
              <a:srgbClr val="1F3A5F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04" name="Blower_Base_203"/>
          <p:cNvSpPr/>
          <p:nvPr/>
        </p:nvSpPr>
        <p:spPr>
          <a:xfrm>
            <a:off x="9464040" y="841248"/>
            <a:ext cx="603504" cy="54864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5" name="Blower_Housing_204"/>
          <p:cNvSpPr/>
          <p:nvPr/>
        </p:nvSpPr>
        <p:spPr>
          <a:xfrm>
            <a:off x="9491472" y="521208"/>
            <a:ext cx="310896" cy="310896"/>
          </a:xfrm>
          <a:prstGeom prst="ellipse">
            <a:avLst/>
          </a:prstGeom>
          <a:solidFill>
            <a:srgbClr val="0F766E"/>
          </a:solidFill>
          <a:ln w="12700">
            <a:solidFill>
              <a:srgbClr val="134E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6" name="Blower_Hub_205"/>
          <p:cNvSpPr/>
          <p:nvPr/>
        </p:nvSpPr>
        <p:spPr>
          <a:xfrm>
            <a:off x="9601200" y="630936"/>
            <a:ext cx="91440" cy="91440"/>
          </a:xfrm>
          <a:prstGeom prst="ellipse">
            <a:avLst/>
          </a:prstGeom>
          <a:solidFill>
            <a:srgbClr val="CCFB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7" name="Blower_Motor_206"/>
          <p:cNvSpPr/>
          <p:nvPr/>
        </p:nvSpPr>
        <p:spPr>
          <a:xfrm>
            <a:off x="9802368" y="603504"/>
            <a:ext cx="237744" cy="182880"/>
          </a:xfrm>
          <a:prstGeom prst="rect">
            <a:avLst/>
          </a:prstGeom>
          <a:solidFill>
            <a:srgbClr val="64748B"/>
          </a:solidFill>
          <a:ln w="9525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2" name="Label_211"/>
          <p:cNvSpPr txBox="1"/>
          <p:nvPr/>
        </p:nvSpPr>
        <p:spPr>
          <a:xfrm>
            <a:off x="9464040" y="932688"/>
            <a:ext cx="1463040" cy="374904"/>
          </a:xfrm>
          <a:prstGeom prst="rect">
            <a:avLst/>
          </a:prstGeom>
          <a:solidFill>
            <a:schemeClr val="bg1">
              <a:lumMod val="85000"/>
            </a:schemeClr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 blower</a:t>
            </a:r>
            <a:endParaRPr lang="en-US" dirty="0"/>
          </a:p>
        </p:txBody>
      </p:sp>
      <p:sp>
        <p:nvSpPr>
          <p:cNvPr id="213" name="AirHeader_212"/>
          <p:cNvSpPr/>
          <p:nvPr/>
        </p:nvSpPr>
        <p:spPr>
          <a:xfrm flipH="1">
            <a:off x="9372600" y="676656"/>
            <a:ext cx="118872" cy="0"/>
          </a:xfrm>
          <a:prstGeom prst="line">
            <a:avLst/>
          </a:prstGeom>
          <a:noFill/>
          <a:ln w="25400">
            <a:solidFill>
              <a:srgbClr val="2B8F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4" name="AirHeader_213"/>
          <p:cNvSpPr/>
          <p:nvPr/>
        </p:nvSpPr>
        <p:spPr>
          <a:xfrm>
            <a:off x="9372600" y="676656"/>
            <a:ext cx="0" cy="484632"/>
          </a:xfrm>
          <a:prstGeom prst="line">
            <a:avLst/>
          </a:prstGeom>
          <a:noFill/>
          <a:ln w="25400">
            <a:solidFill>
              <a:srgbClr val="2B8F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5" name="AirHeader_214"/>
          <p:cNvSpPr/>
          <p:nvPr/>
        </p:nvSpPr>
        <p:spPr>
          <a:xfrm flipH="1">
            <a:off x="3931920" y="1161288"/>
            <a:ext cx="5440680" cy="0"/>
          </a:xfrm>
          <a:prstGeom prst="line">
            <a:avLst/>
          </a:prstGeom>
          <a:noFill/>
          <a:ln w="25400">
            <a:solidFill>
              <a:srgbClr val="2B8F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6" name="AirDrop_215"/>
          <p:cNvSpPr/>
          <p:nvPr/>
        </p:nvSpPr>
        <p:spPr>
          <a:xfrm>
            <a:off x="3931920" y="1161288"/>
            <a:ext cx="0" cy="1252728"/>
          </a:xfrm>
          <a:prstGeom prst="line">
            <a:avLst/>
          </a:prstGeom>
          <a:noFill/>
          <a:ln w="25400">
            <a:solidFill>
              <a:srgbClr val="2B8FD6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17" name="AirDrop_216"/>
          <p:cNvSpPr/>
          <p:nvPr/>
        </p:nvSpPr>
        <p:spPr>
          <a:xfrm>
            <a:off x="5897880" y="1161288"/>
            <a:ext cx="0" cy="1252728"/>
          </a:xfrm>
          <a:prstGeom prst="line">
            <a:avLst/>
          </a:prstGeom>
          <a:noFill/>
          <a:ln w="25400">
            <a:solidFill>
              <a:srgbClr val="2B8FD6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18" name="AirDrop_217"/>
          <p:cNvSpPr/>
          <p:nvPr/>
        </p:nvSpPr>
        <p:spPr>
          <a:xfrm>
            <a:off x="6537960" y="1161288"/>
            <a:ext cx="0" cy="1252728"/>
          </a:xfrm>
          <a:prstGeom prst="line">
            <a:avLst/>
          </a:prstGeom>
          <a:noFill/>
          <a:ln w="25400">
            <a:solidFill>
              <a:srgbClr val="2B8FD6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19" name="AirDrop_218"/>
          <p:cNvSpPr/>
          <p:nvPr/>
        </p:nvSpPr>
        <p:spPr>
          <a:xfrm>
            <a:off x="7863840" y="1161288"/>
            <a:ext cx="0" cy="1252728"/>
          </a:xfrm>
          <a:prstGeom prst="line">
            <a:avLst/>
          </a:prstGeom>
          <a:noFill/>
          <a:ln w="25400">
            <a:solidFill>
              <a:srgbClr val="2B8FD6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20" name="AirDrop_219"/>
          <p:cNvSpPr/>
          <p:nvPr/>
        </p:nvSpPr>
        <p:spPr>
          <a:xfrm>
            <a:off x="8503920" y="1161288"/>
            <a:ext cx="0" cy="1252728"/>
          </a:xfrm>
          <a:prstGeom prst="line">
            <a:avLst/>
          </a:prstGeom>
          <a:noFill/>
          <a:ln w="25400">
            <a:solidFill>
              <a:srgbClr val="2B8FD6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27" name="ClarifiedPipe_226"/>
          <p:cNvSpPr/>
          <p:nvPr/>
        </p:nvSpPr>
        <p:spPr>
          <a:xfrm>
            <a:off x="10607040" y="1645920"/>
            <a:ext cx="292608" cy="0"/>
          </a:xfrm>
          <a:prstGeom prst="line">
            <a:avLst/>
          </a:prstGeom>
          <a:noFill/>
          <a:ln w="38100">
            <a:solidFill>
              <a:srgbClr val="1F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8" name="ClarifiedPipe_227"/>
          <p:cNvSpPr/>
          <p:nvPr/>
        </p:nvSpPr>
        <p:spPr>
          <a:xfrm>
            <a:off x="10899648" y="1645920"/>
            <a:ext cx="0" cy="2560320"/>
          </a:xfrm>
          <a:prstGeom prst="line">
            <a:avLst/>
          </a:prstGeom>
          <a:noFill/>
          <a:ln w="38100">
            <a:solidFill>
              <a:srgbClr val="1F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9" name="ClarifiedPipe_228"/>
          <p:cNvSpPr/>
          <p:nvPr/>
        </p:nvSpPr>
        <p:spPr>
          <a:xfrm flipH="1">
            <a:off x="10607040" y="4206240"/>
            <a:ext cx="292608" cy="0"/>
          </a:xfrm>
          <a:prstGeom prst="line">
            <a:avLst/>
          </a:prstGeom>
          <a:noFill/>
          <a:ln w="38100">
            <a:solidFill>
              <a:srgbClr val="1F3A5F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30" name="Label_229"/>
          <p:cNvSpPr txBox="1"/>
          <p:nvPr/>
        </p:nvSpPr>
        <p:spPr>
          <a:xfrm>
            <a:off x="10954512" y="269748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Clarified water</a:t>
            </a:r>
            <a:endParaRPr lang="en-US" sz="850" dirty="0"/>
          </a:p>
        </p:txBody>
      </p:sp>
      <p:sp>
        <p:nvSpPr>
          <p:cNvPr id="231" name="SludgePipe_230"/>
          <p:cNvSpPr/>
          <p:nvPr/>
        </p:nvSpPr>
        <p:spPr>
          <a:xfrm>
            <a:off x="9944100" y="2743200"/>
            <a:ext cx="0" cy="347472"/>
          </a:xfrm>
          <a:prstGeom prst="line">
            <a:avLst/>
          </a:prstGeom>
          <a:noFill/>
          <a:ln w="31750">
            <a:solidFill>
              <a:srgbClr val="8A5A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2" name="SludgePipe_231"/>
          <p:cNvSpPr/>
          <p:nvPr/>
        </p:nvSpPr>
        <p:spPr>
          <a:xfrm flipH="1">
            <a:off x="9052560" y="3090672"/>
            <a:ext cx="891540" cy="0"/>
          </a:xfrm>
          <a:prstGeom prst="line">
            <a:avLst/>
          </a:prstGeom>
          <a:noFill/>
          <a:ln w="31750">
            <a:solidFill>
              <a:srgbClr val="8A5A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grpSp>
        <p:nvGrpSpPr>
          <p:cNvPr id="374" name="Group 373">
            <a:extLst>
              <a:ext uri="{FF2B5EF4-FFF2-40B4-BE49-F238E27FC236}">
                <a16:creationId xmlns:a16="http://schemas.microsoft.com/office/drawing/2014/main" id="{F9A5D284-8687-0C84-1367-D4EEC508245A}"/>
              </a:ext>
            </a:extLst>
          </p:cNvPr>
          <p:cNvGrpSpPr/>
          <p:nvPr/>
        </p:nvGrpSpPr>
        <p:grpSpPr>
          <a:xfrm>
            <a:off x="8641080" y="2953512"/>
            <a:ext cx="649224" cy="320040"/>
            <a:chOff x="8641080" y="2953512"/>
            <a:chExt cx="649224" cy="320040"/>
          </a:xfrm>
        </p:grpSpPr>
        <p:sp>
          <p:nvSpPr>
            <p:cNvPr id="233" name="SludgePump_Base_232"/>
            <p:cNvSpPr/>
            <p:nvPr/>
          </p:nvSpPr>
          <p:spPr>
            <a:xfrm>
              <a:off x="8641080" y="3218688"/>
              <a:ext cx="548640" cy="54864"/>
            </a:xfrm>
            <a:prstGeom prst="rect">
              <a:avLst/>
            </a:prstGeom>
            <a:solidFill>
              <a:srgbClr val="334155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234" name="SludgePump_Motor_233"/>
            <p:cNvSpPr/>
            <p:nvPr/>
          </p:nvSpPr>
          <p:spPr>
            <a:xfrm>
              <a:off x="9034272" y="3017520"/>
              <a:ext cx="256032" cy="155448"/>
            </a:xfrm>
            <a:prstGeom prst="rect">
              <a:avLst/>
            </a:prstGeom>
            <a:solidFill>
              <a:srgbClr val="64748B"/>
            </a:solidFill>
            <a:ln w="9525">
              <a:solidFill>
                <a:srgbClr val="475569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5" name="SludgePump_Casing_234"/>
            <p:cNvSpPr/>
            <p:nvPr/>
          </p:nvSpPr>
          <p:spPr>
            <a:xfrm>
              <a:off x="8778240" y="2953512"/>
              <a:ext cx="274320" cy="274320"/>
            </a:xfrm>
            <a:prstGeom prst="ellipse">
              <a:avLst/>
            </a:prstGeom>
            <a:solidFill>
              <a:srgbClr val="0F766E"/>
            </a:solidFill>
            <a:ln w="12700">
              <a:solidFill>
                <a:srgbClr val="134E4A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36" name="SludgePump_Eye_235"/>
          <p:cNvSpPr/>
          <p:nvPr/>
        </p:nvSpPr>
        <p:spPr>
          <a:xfrm>
            <a:off x="8878824" y="3054096"/>
            <a:ext cx="73152" cy="73152"/>
          </a:xfrm>
          <a:prstGeom prst="ellipse">
            <a:avLst/>
          </a:prstGeom>
          <a:solidFill>
            <a:srgbClr val="CCFB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7" name="SludgeOut_236"/>
          <p:cNvSpPr/>
          <p:nvPr/>
        </p:nvSpPr>
        <p:spPr>
          <a:xfrm flipH="1">
            <a:off x="7635240" y="3090672"/>
            <a:ext cx="1143000" cy="0"/>
          </a:xfrm>
          <a:prstGeom prst="line">
            <a:avLst/>
          </a:prstGeom>
          <a:noFill/>
          <a:ln w="31750">
            <a:solidFill>
              <a:srgbClr val="8A5A2B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38" name="Label_237"/>
          <p:cNvSpPr txBox="1"/>
          <p:nvPr/>
        </p:nvSpPr>
        <p:spPr>
          <a:xfrm>
            <a:off x="5669280" y="3008376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8A5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Excess sludge to tanker / off-site disposal</a:t>
            </a:r>
            <a:endParaRPr lang="en-US" sz="850" dirty="0"/>
          </a:p>
        </p:txBody>
      </p:sp>
      <p:sp>
        <p:nvSpPr>
          <p:cNvPr id="239" name="Label_238"/>
          <p:cNvSpPr txBox="1"/>
          <p:nvPr/>
        </p:nvSpPr>
        <p:spPr>
          <a:xfrm>
            <a:off x="548640" y="2633472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Screen Chamber</a:t>
            </a:r>
            <a:endParaRPr lang="en-US" sz="90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Coarse + fine screens</a:t>
            </a:r>
            <a:endParaRPr lang="en-US" sz="900" dirty="0"/>
          </a:p>
        </p:txBody>
      </p:sp>
      <p:sp>
        <p:nvSpPr>
          <p:cNvPr id="240" name="Label_239"/>
          <p:cNvSpPr txBox="1"/>
          <p:nvPr/>
        </p:nvSpPr>
        <p:spPr>
          <a:xfrm>
            <a:off x="2011680" y="2633472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Oil &amp; Grease Trap</a:t>
            </a:r>
            <a:endParaRPr lang="en-US" sz="90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Baffled</a:t>
            </a:r>
            <a:endParaRPr lang="en-US" sz="900" dirty="0"/>
          </a:p>
        </p:txBody>
      </p:sp>
      <p:sp>
        <p:nvSpPr>
          <p:cNvPr id="241" name="Label_240"/>
          <p:cNvSpPr txBox="1"/>
          <p:nvPr/>
        </p:nvSpPr>
        <p:spPr>
          <a:xfrm>
            <a:off x="3520440" y="2633472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Equalization Tank</a:t>
            </a:r>
            <a:endParaRPr lang="en-US" sz="90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Mixing air + lift pumps</a:t>
            </a:r>
            <a:endParaRPr lang="en-US" sz="900" dirty="0"/>
          </a:p>
        </p:txBody>
      </p:sp>
      <p:sp>
        <p:nvSpPr>
          <p:cNvPr id="242" name="Label_241"/>
          <p:cNvSpPr txBox="1"/>
          <p:nvPr/>
        </p:nvSpPr>
        <p:spPr>
          <a:xfrm>
            <a:off x="5303520" y="2633472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MBBR Reactor – 1</a:t>
            </a:r>
            <a:endParaRPr lang="en-US" sz="90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Bio-media + fine-bubble air</a:t>
            </a:r>
            <a:endParaRPr lang="en-US" sz="900" dirty="0"/>
          </a:p>
        </p:txBody>
      </p:sp>
      <p:sp>
        <p:nvSpPr>
          <p:cNvPr id="243" name="Label_242"/>
          <p:cNvSpPr txBox="1"/>
          <p:nvPr/>
        </p:nvSpPr>
        <p:spPr>
          <a:xfrm>
            <a:off x="7269480" y="2633472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MBBR Reactor – 2</a:t>
            </a:r>
            <a:endParaRPr lang="en-US" sz="90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Polishing / nitrification</a:t>
            </a:r>
            <a:endParaRPr lang="en-US" sz="900" dirty="0"/>
          </a:p>
        </p:txBody>
      </p:sp>
      <p:sp>
        <p:nvSpPr>
          <p:cNvPr id="244" name="Label_243"/>
          <p:cNvSpPr txBox="1"/>
          <p:nvPr/>
        </p:nvSpPr>
        <p:spPr>
          <a:xfrm>
            <a:off x="10040112" y="2743200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Tube Settler</a:t>
            </a:r>
            <a:endParaRPr lang="en-US" sz="900" dirty="0"/>
          </a:p>
        </p:txBody>
      </p:sp>
      <p:sp>
        <p:nvSpPr>
          <p:cNvPr id="245" name="FilterFeedTank_Water_244"/>
          <p:cNvSpPr/>
          <p:nvPr/>
        </p:nvSpPr>
        <p:spPr>
          <a:xfrm>
            <a:off x="9281160" y="4239158"/>
            <a:ext cx="1325880" cy="790042"/>
          </a:xfrm>
          <a:prstGeom prst="rect">
            <a:avLst/>
          </a:prstGeom>
          <a:solidFill>
            <a:srgbClr val="C2E2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6" name="FilterFeedTank_Surface_245"/>
          <p:cNvSpPr/>
          <p:nvPr/>
        </p:nvSpPr>
        <p:spPr>
          <a:xfrm>
            <a:off x="9281160" y="4239158"/>
            <a:ext cx="1325880" cy="0"/>
          </a:xfrm>
          <a:prstGeom prst="line">
            <a:avLst/>
          </a:prstGeom>
          <a:noFill/>
          <a:ln w="12700">
            <a:solidFill>
              <a:srgbClr val="5B8D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7" name="FilterFeedTank_Wall_246"/>
          <p:cNvSpPr/>
          <p:nvPr/>
        </p:nvSpPr>
        <p:spPr>
          <a:xfrm>
            <a:off x="9281160" y="3931920"/>
            <a:ext cx="0" cy="1097280"/>
          </a:xfrm>
          <a:prstGeom prst="line">
            <a:avLst/>
          </a:prstGeom>
          <a:noFill/>
          <a:ln w="381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8" name="FilterFeedTank_Wall_247"/>
          <p:cNvSpPr/>
          <p:nvPr/>
        </p:nvSpPr>
        <p:spPr>
          <a:xfrm>
            <a:off x="10607040" y="3931920"/>
            <a:ext cx="0" cy="1097280"/>
          </a:xfrm>
          <a:prstGeom prst="line">
            <a:avLst/>
          </a:prstGeom>
          <a:noFill/>
          <a:ln w="381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9" name="FilterFeedTank_Floor_248"/>
          <p:cNvSpPr/>
          <p:nvPr/>
        </p:nvSpPr>
        <p:spPr>
          <a:xfrm>
            <a:off x="9267444" y="5029200"/>
            <a:ext cx="1353312" cy="0"/>
          </a:xfrm>
          <a:prstGeom prst="line">
            <a:avLst/>
          </a:prstGeom>
          <a:noFill/>
          <a:ln w="381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0" name="FeedSuction_249"/>
          <p:cNvSpPr/>
          <p:nvPr/>
        </p:nvSpPr>
        <p:spPr>
          <a:xfrm flipH="1">
            <a:off x="8961120" y="4864608"/>
            <a:ext cx="320040" cy="0"/>
          </a:xfrm>
          <a:prstGeom prst="line">
            <a:avLst/>
          </a:prstGeom>
          <a:noFill/>
          <a:ln w="38100">
            <a:solidFill>
              <a:srgbClr val="1F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1" name="FilterFeedPump_Base_250"/>
          <p:cNvSpPr/>
          <p:nvPr/>
        </p:nvSpPr>
        <p:spPr>
          <a:xfrm>
            <a:off x="8522208" y="4992624"/>
            <a:ext cx="548640" cy="54864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2" name="FilterFeedPump_Motor_251"/>
          <p:cNvSpPr/>
          <p:nvPr/>
        </p:nvSpPr>
        <p:spPr>
          <a:xfrm>
            <a:off x="8915400" y="4791456"/>
            <a:ext cx="256032" cy="155448"/>
          </a:xfrm>
          <a:prstGeom prst="rect">
            <a:avLst/>
          </a:prstGeom>
          <a:solidFill>
            <a:srgbClr val="64748B"/>
          </a:solidFill>
          <a:ln w="9525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3" name="FilterFeedPump_Casing_252"/>
          <p:cNvSpPr/>
          <p:nvPr/>
        </p:nvSpPr>
        <p:spPr>
          <a:xfrm>
            <a:off x="8659368" y="4727448"/>
            <a:ext cx="274320" cy="27432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134E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4" name="FilterFeedPump_Eye_253"/>
          <p:cNvSpPr/>
          <p:nvPr/>
        </p:nvSpPr>
        <p:spPr>
          <a:xfrm>
            <a:off x="8759952" y="4828032"/>
            <a:ext cx="73152" cy="73152"/>
          </a:xfrm>
          <a:prstGeom prst="ellipse">
            <a:avLst/>
          </a:prstGeom>
          <a:solidFill>
            <a:srgbClr val="CCFB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5" name="PSF_Inlet_254"/>
          <p:cNvSpPr/>
          <p:nvPr/>
        </p:nvSpPr>
        <p:spPr>
          <a:xfrm flipV="1">
            <a:off x="8796528" y="3584448"/>
            <a:ext cx="0" cy="1143000"/>
          </a:xfrm>
          <a:prstGeom prst="line">
            <a:avLst/>
          </a:prstGeom>
          <a:noFill/>
          <a:ln w="38100">
            <a:solidFill>
              <a:srgbClr val="1F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6" name="PSF_Inlet_255"/>
          <p:cNvSpPr/>
          <p:nvPr/>
        </p:nvSpPr>
        <p:spPr>
          <a:xfrm flipH="1">
            <a:off x="7955280" y="3584448"/>
            <a:ext cx="841248" cy="0"/>
          </a:xfrm>
          <a:prstGeom prst="line">
            <a:avLst/>
          </a:prstGeom>
          <a:noFill/>
          <a:ln w="38100">
            <a:solidFill>
              <a:srgbClr val="1F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7" name="PSF_Inlet_256"/>
          <p:cNvSpPr/>
          <p:nvPr/>
        </p:nvSpPr>
        <p:spPr>
          <a:xfrm>
            <a:off x="7955280" y="3584448"/>
            <a:ext cx="0" cy="73152"/>
          </a:xfrm>
          <a:prstGeom prst="line">
            <a:avLst/>
          </a:prstGeom>
          <a:noFill/>
          <a:ln w="38100">
            <a:solidFill>
              <a:srgbClr val="1F3A5F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58" name="PSF_Leg_257"/>
          <p:cNvSpPr/>
          <p:nvPr/>
        </p:nvSpPr>
        <p:spPr>
          <a:xfrm flipH="1">
            <a:off x="7644384" y="4892040"/>
            <a:ext cx="54864" cy="237744"/>
          </a:xfrm>
          <a:prstGeom prst="line">
            <a:avLst/>
          </a:prstGeom>
          <a:noFill/>
          <a:ln w="3175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9" name="PSF_Leg_258"/>
          <p:cNvSpPr/>
          <p:nvPr/>
        </p:nvSpPr>
        <p:spPr>
          <a:xfrm>
            <a:off x="8211312" y="4892040"/>
            <a:ext cx="54864" cy="237744"/>
          </a:xfrm>
          <a:prstGeom prst="line">
            <a:avLst/>
          </a:prstGeom>
          <a:noFill/>
          <a:ln w="3175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0" name="PSF_Shell_259"/>
          <p:cNvSpPr/>
          <p:nvPr/>
        </p:nvSpPr>
        <p:spPr>
          <a:xfrm>
            <a:off x="7589520" y="3703320"/>
            <a:ext cx="731520" cy="1280160"/>
          </a:xfrm>
          <a:prstGeom prst="roundRect">
            <a:avLst>
              <a:gd name="adj" fmla="val 50000"/>
            </a:avLst>
          </a:prstGeom>
          <a:solidFill>
            <a:srgbClr val="DDE3EA"/>
          </a:solidFill>
          <a:ln w="254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1" name="PSF_Water_260"/>
          <p:cNvSpPr/>
          <p:nvPr/>
        </p:nvSpPr>
        <p:spPr>
          <a:xfrm>
            <a:off x="7653528" y="3977640"/>
            <a:ext cx="603504" cy="347472"/>
          </a:xfrm>
          <a:prstGeom prst="rect">
            <a:avLst/>
          </a:prstGeom>
          <a:solidFill>
            <a:srgbClr val="D3EA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2" name="PSF_Media_261"/>
          <p:cNvSpPr/>
          <p:nvPr/>
        </p:nvSpPr>
        <p:spPr>
          <a:xfrm>
            <a:off x="7653528" y="4325112"/>
            <a:ext cx="603504" cy="310896"/>
          </a:xfrm>
          <a:prstGeom prst="rect">
            <a:avLst/>
          </a:prstGeom>
          <a:solidFill>
            <a:srgbClr val="E9C98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3" name="PSF_Gravel_262"/>
          <p:cNvSpPr/>
          <p:nvPr/>
        </p:nvSpPr>
        <p:spPr>
          <a:xfrm>
            <a:off x="7653528" y="4636008"/>
            <a:ext cx="603504" cy="128016"/>
          </a:xfrm>
          <a:prstGeom prst="rect">
            <a:avLst/>
          </a:prstGeom>
          <a:solidFill>
            <a:srgbClr val="9CA3A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4" name="PSF_Grain_263"/>
          <p:cNvSpPr/>
          <p:nvPr/>
        </p:nvSpPr>
        <p:spPr>
          <a:xfrm>
            <a:off x="7959942" y="4358192"/>
            <a:ext cx="32004" cy="32004"/>
          </a:xfrm>
          <a:prstGeom prst="ellipse">
            <a:avLst/>
          </a:prstGeom>
          <a:solidFill>
            <a:srgbClr val="C79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5" name="PSF_Grain_264"/>
          <p:cNvSpPr/>
          <p:nvPr/>
        </p:nvSpPr>
        <p:spPr>
          <a:xfrm>
            <a:off x="7920199" y="4382910"/>
            <a:ext cx="32004" cy="32004"/>
          </a:xfrm>
          <a:prstGeom prst="ellipse">
            <a:avLst/>
          </a:prstGeom>
          <a:solidFill>
            <a:srgbClr val="C79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6" name="PSF_Grain_265"/>
          <p:cNvSpPr/>
          <p:nvPr/>
        </p:nvSpPr>
        <p:spPr>
          <a:xfrm>
            <a:off x="7930502" y="4419124"/>
            <a:ext cx="32004" cy="32004"/>
          </a:xfrm>
          <a:prstGeom prst="ellipse">
            <a:avLst/>
          </a:prstGeom>
          <a:solidFill>
            <a:srgbClr val="C79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7" name="PSF_Grain_266"/>
          <p:cNvSpPr/>
          <p:nvPr/>
        </p:nvSpPr>
        <p:spPr>
          <a:xfrm>
            <a:off x="7807522" y="4469769"/>
            <a:ext cx="32004" cy="32004"/>
          </a:xfrm>
          <a:prstGeom prst="ellipse">
            <a:avLst/>
          </a:prstGeom>
          <a:solidFill>
            <a:srgbClr val="C79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8" name="PSF_Grain_267"/>
          <p:cNvSpPr/>
          <p:nvPr/>
        </p:nvSpPr>
        <p:spPr>
          <a:xfrm>
            <a:off x="7974816" y="4396895"/>
            <a:ext cx="32004" cy="32004"/>
          </a:xfrm>
          <a:prstGeom prst="ellipse">
            <a:avLst/>
          </a:prstGeom>
          <a:solidFill>
            <a:srgbClr val="C79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9" name="PSF_Grain_268"/>
          <p:cNvSpPr/>
          <p:nvPr/>
        </p:nvSpPr>
        <p:spPr>
          <a:xfrm>
            <a:off x="7983539" y="4502817"/>
            <a:ext cx="32004" cy="32004"/>
          </a:xfrm>
          <a:prstGeom prst="ellipse">
            <a:avLst/>
          </a:prstGeom>
          <a:solidFill>
            <a:srgbClr val="C79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0" name="PSF_Grain_269"/>
          <p:cNvSpPr/>
          <p:nvPr/>
        </p:nvSpPr>
        <p:spPr>
          <a:xfrm>
            <a:off x="7934840" y="4367817"/>
            <a:ext cx="32004" cy="32004"/>
          </a:xfrm>
          <a:prstGeom prst="ellipse">
            <a:avLst/>
          </a:prstGeom>
          <a:solidFill>
            <a:srgbClr val="C79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1" name="PSF_Grain_270"/>
          <p:cNvSpPr/>
          <p:nvPr/>
        </p:nvSpPr>
        <p:spPr>
          <a:xfrm>
            <a:off x="7683316" y="4461510"/>
            <a:ext cx="32004" cy="32004"/>
          </a:xfrm>
          <a:prstGeom prst="ellipse">
            <a:avLst/>
          </a:prstGeom>
          <a:solidFill>
            <a:srgbClr val="C79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2" name="PSF_Grain_271"/>
          <p:cNvSpPr/>
          <p:nvPr/>
        </p:nvSpPr>
        <p:spPr>
          <a:xfrm>
            <a:off x="7918043" y="4346566"/>
            <a:ext cx="32004" cy="32004"/>
          </a:xfrm>
          <a:prstGeom prst="ellipse">
            <a:avLst/>
          </a:prstGeom>
          <a:solidFill>
            <a:srgbClr val="C79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3" name="PSF_MPV_272"/>
          <p:cNvSpPr/>
          <p:nvPr/>
        </p:nvSpPr>
        <p:spPr>
          <a:xfrm>
            <a:off x="7900416" y="3621024"/>
            <a:ext cx="109728" cy="10972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134E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4" name="ACF_Inlet_273"/>
          <p:cNvSpPr/>
          <p:nvPr/>
        </p:nvSpPr>
        <p:spPr>
          <a:xfrm>
            <a:off x="7955280" y="4983480"/>
            <a:ext cx="0" cy="246888"/>
          </a:xfrm>
          <a:prstGeom prst="line">
            <a:avLst/>
          </a:prstGeom>
          <a:noFill/>
          <a:ln w="38100">
            <a:solidFill>
              <a:srgbClr val="1F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5" name="ACF_Inlet_274"/>
          <p:cNvSpPr/>
          <p:nvPr/>
        </p:nvSpPr>
        <p:spPr>
          <a:xfrm flipH="1">
            <a:off x="7178040" y="5230368"/>
            <a:ext cx="777240" cy="0"/>
          </a:xfrm>
          <a:prstGeom prst="line">
            <a:avLst/>
          </a:prstGeom>
          <a:noFill/>
          <a:ln w="38100">
            <a:solidFill>
              <a:srgbClr val="1F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6" name="ACF_Inlet_275"/>
          <p:cNvSpPr/>
          <p:nvPr/>
        </p:nvSpPr>
        <p:spPr>
          <a:xfrm flipV="1">
            <a:off x="7178040" y="3584448"/>
            <a:ext cx="0" cy="1645920"/>
          </a:xfrm>
          <a:prstGeom prst="line">
            <a:avLst/>
          </a:prstGeom>
          <a:noFill/>
          <a:ln w="38100">
            <a:solidFill>
              <a:srgbClr val="1F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7" name="ACF_Inlet_276"/>
          <p:cNvSpPr/>
          <p:nvPr/>
        </p:nvSpPr>
        <p:spPr>
          <a:xfrm flipH="1">
            <a:off x="6400800" y="3584448"/>
            <a:ext cx="777240" cy="0"/>
          </a:xfrm>
          <a:prstGeom prst="line">
            <a:avLst/>
          </a:prstGeom>
          <a:noFill/>
          <a:ln w="38100">
            <a:solidFill>
              <a:srgbClr val="1F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8" name="ACF_Inlet_277"/>
          <p:cNvSpPr/>
          <p:nvPr/>
        </p:nvSpPr>
        <p:spPr>
          <a:xfrm>
            <a:off x="6400800" y="3584448"/>
            <a:ext cx="0" cy="73152"/>
          </a:xfrm>
          <a:prstGeom prst="line">
            <a:avLst/>
          </a:prstGeom>
          <a:noFill/>
          <a:ln w="38100">
            <a:solidFill>
              <a:srgbClr val="1F3A5F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79" name="ACF_Leg_278"/>
          <p:cNvSpPr/>
          <p:nvPr/>
        </p:nvSpPr>
        <p:spPr>
          <a:xfrm flipH="1">
            <a:off x="6089904" y="4892040"/>
            <a:ext cx="54864" cy="237744"/>
          </a:xfrm>
          <a:prstGeom prst="line">
            <a:avLst/>
          </a:prstGeom>
          <a:noFill/>
          <a:ln w="3175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0" name="ACF_Leg_279"/>
          <p:cNvSpPr/>
          <p:nvPr/>
        </p:nvSpPr>
        <p:spPr>
          <a:xfrm>
            <a:off x="6656832" y="4892040"/>
            <a:ext cx="54864" cy="237744"/>
          </a:xfrm>
          <a:prstGeom prst="line">
            <a:avLst/>
          </a:prstGeom>
          <a:noFill/>
          <a:ln w="3175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1" name="ACF_Shell_280"/>
          <p:cNvSpPr/>
          <p:nvPr/>
        </p:nvSpPr>
        <p:spPr>
          <a:xfrm>
            <a:off x="6035040" y="3703320"/>
            <a:ext cx="731520" cy="1280160"/>
          </a:xfrm>
          <a:prstGeom prst="roundRect">
            <a:avLst>
              <a:gd name="adj" fmla="val 50000"/>
            </a:avLst>
          </a:prstGeom>
          <a:solidFill>
            <a:srgbClr val="DDE3EA"/>
          </a:solidFill>
          <a:ln w="254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2" name="ACF_Water_281"/>
          <p:cNvSpPr/>
          <p:nvPr/>
        </p:nvSpPr>
        <p:spPr>
          <a:xfrm>
            <a:off x="6099048" y="3977640"/>
            <a:ext cx="603504" cy="347472"/>
          </a:xfrm>
          <a:prstGeom prst="rect">
            <a:avLst/>
          </a:prstGeom>
          <a:solidFill>
            <a:srgbClr val="D3EA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3" name="ACF_Media_282"/>
          <p:cNvSpPr/>
          <p:nvPr/>
        </p:nvSpPr>
        <p:spPr>
          <a:xfrm>
            <a:off x="6099048" y="4325112"/>
            <a:ext cx="603504" cy="310896"/>
          </a:xfrm>
          <a:prstGeom prst="rect">
            <a:avLst/>
          </a:prstGeom>
          <a:solidFill>
            <a:srgbClr val="272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4" name="ACF_Gravel_283"/>
          <p:cNvSpPr/>
          <p:nvPr/>
        </p:nvSpPr>
        <p:spPr>
          <a:xfrm>
            <a:off x="6099048" y="4636008"/>
            <a:ext cx="603504" cy="128016"/>
          </a:xfrm>
          <a:prstGeom prst="rect">
            <a:avLst/>
          </a:prstGeom>
          <a:solidFill>
            <a:srgbClr val="9CA3A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5" name="ACF_Grain_284"/>
          <p:cNvSpPr/>
          <p:nvPr/>
        </p:nvSpPr>
        <p:spPr>
          <a:xfrm>
            <a:off x="6446040" y="4369327"/>
            <a:ext cx="32004" cy="32004"/>
          </a:xfrm>
          <a:prstGeom prst="ellipse">
            <a:avLst/>
          </a:prstGeom>
          <a:solidFill>
            <a:srgbClr val="52525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6" name="ACF_Grain_285"/>
          <p:cNvSpPr/>
          <p:nvPr/>
        </p:nvSpPr>
        <p:spPr>
          <a:xfrm>
            <a:off x="6173971" y="4418260"/>
            <a:ext cx="32004" cy="32004"/>
          </a:xfrm>
          <a:prstGeom prst="ellipse">
            <a:avLst/>
          </a:prstGeom>
          <a:solidFill>
            <a:srgbClr val="52525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7" name="ACF_Grain_286"/>
          <p:cNvSpPr/>
          <p:nvPr/>
        </p:nvSpPr>
        <p:spPr>
          <a:xfrm>
            <a:off x="6350221" y="4505104"/>
            <a:ext cx="32004" cy="32004"/>
          </a:xfrm>
          <a:prstGeom prst="ellipse">
            <a:avLst/>
          </a:prstGeom>
          <a:solidFill>
            <a:srgbClr val="52525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8" name="ACF_Grain_287"/>
          <p:cNvSpPr/>
          <p:nvPr/>
        </p:nvSpPr>
        <p:spPr>
          <a:xfrm>
            <a:off x="6620772" y="4553548"/>
            <a:ext cx="32004" cy="32004"/>
          </a:xfrm>
          <a:prstGeom prst="ellipse">
            <a:avLst/>
          </a:prstGeom>
          <a:solidFill>
            <a:srgbClr val="52525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9" name="ACF_Grain_288"/>
          <p:cNvSpPr/>
          <p:nvPr/>
        </p:nvSpPr>
        <p:spPr>
          <a:xfrm>
            <a:off x="6214365" y="4346392"/>
            <a:ext cx="32004" cy="32004"/>
          </a:xfrm>
          <a:prstGeom prst="ellipse">
            <a:avLst/>
          </a:prstGeom>
          <a:solidFill>
            <a:srgbClr val="52525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0" name="ACF_Grain_289"/>
          <p:cNvSpPr/>
          <p:nvPr/>
        </p:nvSpPr>
        <p:spPr>
          <a:xfrm>
            <a:off x="6559722" y="4582194"/>
            <a:ext cx="32004" cy="32004"/>
          </a:xfrm>
          <a:prstGeom prst="ellipse">
            <a:avLst/>
          </a:prstGeom>
          <a:solidFill>
            <a:srgbClr val="52525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1" name="ACF_Grain_290"/>
          <p:cNvSpPr/>
          <p:nvPr/>
        </p:nvSpPr>
        <p:spPr>
          <a:xfrm>
            <a:off x="6563177" y="4524240"/>
            <a:ext cx="32004" cy="32004"/>
          </a:xfrm>
          <a:prstGeom prst="ellipse">
            <a:avLst/>
          </a:prstGeom>
          <a:solidFill>
            <a:srgbClr val="52525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2" name="ACF_Grain_291"/>
          <p:cNvSpPr/>
          <p:nvPr/>
        </p:nvSpPr>
        <p:spPr>
          <a:xfrm>
            <a:off x="6420705" y="4562900"/>
            <a:ext cx="32004" cy="32004"/>
          </a:xfrm>
          <a:prstGeom prst="ellipse">
            <a:avLst/>
          </a:prstGeom>
          <a:solidFill>
            <a:srgbClr val="52525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3" name="ACF_Grain_292"/>
          <p:cNvSpPr/>
          <p:nvPr/>
        </p:nvSpPr>
        <p:spPr>
          <a:xfrm>
            <a:off x="6138626" y="4419338"/>
            <a:ext cx="32004" cy="32004"/>
          </a:xfrm>
          <a:prstGeom prst="ellipse">
            <a:avLst/>
          </a:prstGeom>
          <a:solidFill>
            <a:srgbClr val="52525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4" name="ACF_MPV_293"/>
          <p:cNvSpPr/>
          <p:nvPr/>
        </p:nvSpPr>
        <p:spPr>
          <a:xfrm>
            <a:off x="6345936" y="3621024"/>
            <a:ext cx="109728" cy="10972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134E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5" name="Ozone_Inlet_294"/>
          <p:cNvSpPr/>
          <p:nvPr/>
        </p:nvSpPr>
        <p:spPr>
          <a:xfrm>
            <a:off x="6400800" y="4983480"/>
            <a:ext cx="0" cy="246888"/>
          </a:xfrm>
          <a:prstGeom prst="line">
            <a:avLst/>
          </a:prstGeom>
          <a:noFill/>
          <a:ln w="38100">
            <a:solidFill>
              <a:srgbClr val="1F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6" name="Ozone_Inlet_295"/>
          <p:cNvSpPr/>
          <p:nvPr/>
        </p:nvSpPr>
        <p:spPr>
          <a:xfrm flipH="1">
            <a:off x="5394960" y="5230368"/>
            <a:ext cx="1005840" cy="0"/>
          </a:xfrm>
          <a:prstGeom prst="line">
            <a:avLst/>
          </a:prstGeom>
          <a:noFill/>
          <a:ln w="38100">
            <a:solidFill>
              <a:srgbClr val="1F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7" name="Ozone_Inlet_296"/>
          <p:cNvSpPr/>
          <p:nvPr/>
        </p:nvSpPr>
        <p:spPr>
          <a:xfrm flipV="1">
            <a:off x="5394960" y="4389120"/>
            <a:ext cx="0" cy="841248"/>
          </a:xfrm>
          <a:prstGeom prst="line">
            <a:avLst/>
          </a:prstGeom>
          <a:noFill/>
          <a:ln w="38100">
            <a:solidFill>
              <a:srgbClr val="1F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8" name="Ozone_Inlet_297"/>
          <p:cNvSpPr/>
          <p:nvPr/>
        </p:nvSpPr>
        <p:spPr>
          <a:xfrm flipH="1">
            <a:off x="5120640" y="4389120"/>
            <a:ext cx="274320" cy="0"/>
          </a:xfrm>
          <a:prstGeom prst="line">
            <a:avLst/>
          </a:prstGeom>
          <a:noFill/>
          <a:ln w="38100">
            <a:solidFill>
              <a:srgbClr val="1F3A5F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33" name="Vent_332"/>
          <p:cNvSpPr/>
          <p:nvPr/>
        </p:nvSpPr>
        <p:spPr>
          <a:xfrm flipV="1">
            <a:off x="4983480" y="3090672"/>
            <a:ext cx="0" cy="155448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34" name="Label_333"/>
          <p:cNvSpPr txBox="1"/>
          <p:nvPr/>
        </p:nvSpPr>
        <p:spPr>
          <a:xfrm>
            <a:off x="5285232" y="3310128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Off-gas ozone destructor → vent</a:t>
            </a:r>
            <a:endParaRPr lang="en-US" sz="800" dirty="0"/>
          </a:p>
        </p:txBody>
      </p:sp>
      <p:sp>
        <p:nvSpPr>
          <p:cNvPr id="335" name="TreatedWaterTank_Water_334"/>
          <p:cNvSpPr/>
          <p:nvPr/>
        </p:nvSpPr>
        <p:spPr>
          <a:xfrm>
            <a:off x="2943107" y="3920203"/>
            <a:ext cx="1463040" cy="877824"/>
          </a:xfrm>
          <a:prstGeom prst="rect">
            <a:avLst/>
          </a:prstGeom>
          <a:solidFill>
            <a:srgbClr val="8CCB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6" name="TreatedWaterTank_Surface_335"/>
          <p:cNvSpPr/>
          <p:nvPr/>
        </p:nvSpPr>
        <p:spPr>
          <a:xfrm>
            <a:off x="2943107" y="3920203"/>
            <a:ext cx="1463040" cy="0"/>
          </a:xfrm>
          <a:prstGeom prst="line">
            <a:avLst/>
          </a:prstGeom>
          <a:noFill/>
          <a:ln w="12700">
            <a:solidFill>
              <a:srgbClr val="5B8D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7" name="TreatedWaterTank_Wall_336"/>
          <p:cNvSpPr/>
          <p:nvPr/>
        </p:nvSpPr>
        <p:spPr>
          <a:xfrm>
            <a:off x="2943107" y="3700747"/>
            <a:ext cx="0" cy="1097280"/>
          </a:xfrm>
          <a:prstGeom prst="line">
            <a:avLst/>
          </a:prstGeom>
          <a:noFill/>
          <a:ln w="381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8" name="TreatedWaterTank_Wall_337"/>
          <p:cNvSpPr/>
          <p:nvPr/>
        </p:nvSpPr>
        <p:spPr>
          <a:xfrm>
            <a:off x="4406147" y="3700747"/>
            <a:ext cx="0" cy="1097280"/>
          </a:xfrm>
          <a:prstGeom prst="line">
            <a:avLst/>
          </a:prstGeom>
          <a:noFill/>
          <a:ln w="381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9" name="TreatedWaterTank_Floor_338"/>
          <p:cNvSpPr/>
          <p:nvPr/>
        </p:nvSpPr>
        <p:spPr>
          <a:xfrm>
            <a:off x="2929391" y="4798027"/>
            <a:ext cx="1490472" cy="0"/>
          </a:xfrm>
          <a:prstGeom prst="line">
            <a:avLst/>
          </a:prstGeom>
          <a:noFill/>
          <a:ln w="381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0" name="ToTreatedTank_339"/>
          <p:cNvSpPr/>
          <p:nvPr/>
        </p:nvSpPr>
        <p:spPr>
          <a:xfrm flipH="1">
            <a:off x="4406147" y="4411247"/>
            <a:ext cx="685800" cy="0"/>
          </a:xfrm>
          <a:prstGeom prst="line">
            <a:avLst/>
          </a:prstGeom>
          <a:noFill/>
          <a:ln w="38100">
            <a:solidFill>
              <a:srgbClr val="1F3A5F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42" name="NaOCl_Chem_341"/>
          <p:cNvSpPr/>
          <p:nvPr/>
        </p:nvSpPr>
        <p:spPr>
          <a:xfrm>
            <a:off x="3144275" y="3170395"/>
            <a:ext cx="237744" cy="182880"/>
          </a:xfrm>
          <a:prstGeom prst="rect">
            <a:avLst/>
          </a:prstGeom>
          <a:solidFill>
            <a:srgbClr val="FCD9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3" name="NaOClLine_342"/>
          <p:cNvSpPr/>
          <p:nvPr/>
        </p:nvSpPr>
        <p:spPr>
          <a:xfrm>
            <a:off x="3263147" y="3389851"/>
            <a:ext cx="0" cy="585216"/>
          </a:xfrm>
          <a:prstGeom prst="line">
            <a:avLst/>
          </a:prstGeom>
          <a:noFill/>
          <a:ln w="22225">
            <a:solidFill>
              <a:srgbClr val="D97706"/>
            </a:solidFill>
            <a:prstDash val="dash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44" name="Label_343"/>
          <p:cNvSpPr txBox="1"/>
          <p:nvPr/>
        </p:nvSpPr>
        <p:spPr>
          <a:xfrm>
            <a:off x="1377591" y="3273552"/>
            <a:ext cx="1691640" cy="403597"/>
          </a:xfrm>
          <a:prstGeom prst="rect">
            <a:avLst/>
          </a:prstGeom>
          <a:solidFill>
            <a:schemeClr val="bg1">
              <a:lumMod val="85000"/>
            </a:schemeClr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 err="1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NaOCl</a:t>
            </a:r>
            <a:r>
              <a:rPr lang="en-US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dosing</a:t>
            </a:r>
            <a:endParaRPr lang="en-US" b="1" dirty="0"/>
          </a:p>
        </p:txBody>
      </p:sp>
      <p:sp>
        <p:nvSpPr>
          <p:cNvPr id="353" name="Label_352"/>
          <p:cNvSpPr txBox="1"/>
          <p:nvPr/>
        </p:nvSpPr>
        <p:spPr>
          <a:xfrm>
            <a:off x="9235440" y="5358384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Feed Tank</a:t>
            </a:r>
            <a:endParaRPr lang="en-US" sz="900" dirty="0"/>
          </a:p>
        </p:txBody>
      </p:sp>
      <p:sp>
        <p:nvSpPr>
          <p:cNvPr id="354" name="Label_353"/>
          <p:cNvSpPr txBox="1"/>
          <p:nvPr/>
        </p:nvSpPr>
        <p:spPr>
          <a:xfrm>
            <a:off x="8503920" y="5358384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 pumps</a:t>
            </a:r>
            <a:endParaRPr lang="en-US" sz="850" dirty="0"/>
          </a:p>
        </p:txBody>
      </p:sp>
      <p:sp>
        <p:nvSpPr>
          <p:cNvPr id="355" name="Label_354"/>
          <p:cNvSpPr txBox="1"/>
          <p:nvPr/>
        </p:nvSpPr>
        <p:spPr>
          <a:xfrm>
            <a:off x="7315200" y="5358384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Pressure Sand Filter</a:t>
            </a:r>
            <a:endParaRPr lang="en-US" sz="90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Backwash → EQ tank</a:t>
            </a:r>
            <a:endParaRPr lang="en-US" sz="900" dirty="0"/>
          </a:p>
        </p:txBody>
      </p:sp>
      <p:sp>
        <p:nvSpPr>
          <p:cNvPr id="356" name="Label_355"/>
          <p:cNvSpPr txBox="1"/>
          <p:nvPr/>
        </p:nvSpPr>
        <p:spPr>
          <a:xfrm>
            <a:off x="5715000" y="5358384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Activated Carbon Filter</a:t>
            </a:r>
            <a:endParaRPr lang="en-US" sz="90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Backwash → EQ tank</a:t>
            </a:r>
            <a:endParaRPr lang="en-US" sz="900" dirty="0"/>
          </a:p>
        </p:txBody>
      </p:sp>
      <p:grpSp>
        <p:nvGrpSpPr>
          <p:cNvPr id="375" name="Group 374">
            <a:extLst>
              <a:ext uri="{FF2B5EF4-FFF2-40B4-BE49-F238E27FC236}">
                <a16:creationId xmlns:a16="http://schemas.microsoft.com/office/drawing/2014/main" id="{1F0C8474-4B8A-7E77-F9F1-D6EAFAB5D17E}"/>
              </a:ext>
            </a:extLst>
          </p:cNvPr>
          <p:cNvGrpSpPr/>
          <p:nvPr/>
        </p:nvGrpSpPr>
        <p:grpSpPr>
          <a:xfrm>
            <a:off x="3199410" y="2633472"/>
            <a:ext cx="649224" cy="320040"/>
            <a:chOff x="8641080" y="2953512"/>
            <a:chExt cx="649224" cy="320040"/>
          </a:xfrm>
        </p:grpSpPr>
        <p:sp>
          <p:nvSpPr>
            <p:cNvPr id="376" name="SludgePump_Base_232">
              <a:extLst>
                <a:ext uri="{FF2B5EF4-FFF2-40B4-BE49-F238E27FC236}">
                  <a16:creationId xmlns:a16="http://schemas.microsoft.com/office/drawing/2014/main" id="{D824BFC3-1161-9476-CC36-77B75C524EA9}"/>
                </a:ext>
              </a:extLst>
            </p:cNvPr>
            <p:cNvSpPr/>
            <p:nvPr/>
          </p:nvSpPr>
          <p:spPr>
            <a:xfrm>
              <a:off x="8641080" y="3218688"/>
              <a:ext cx="548640" cy="54864"/>
            </a:xfrm>
            <a:prstGeom prst="rect">
              <a:avLst/>
            </a:prstGeom>
            <a:solidFill>
              <a:srgbClr val="334155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377" name="SludgePump_Motor_233">
              <a:extLst>
                <a:ext uri="{FF2B5EF4-FFF2-40B4-BE49-F238E27FC236}">
                  <a16:creationId xmlns:a16="http://schemas.microsoft.com/office/drawing/2014/main" id="{86B6663E-8A02-2CEE-FC6D-BC44DC4219DB}"/>
                </a:ext>
              </a:extLst>
            </p:cNvPr>
            <p:cNvSpPr/>
            <p:nvPr/>
          </p:nvSpPr>
          <p:spPr>
            <a:xfrm>
              <a:off x="9034272" y="3017520"/>
              <a:ext cx="256032" cy="155448"/>
            </a:xfrm>
            <a:prstGeom prst="rect">
              <a:avLst/>
            </a:prstGeom>
            <a:solidFill>
              <a:srgbClr val="64748B"/>
            </a:solidFill>
            <a:ln w="9525">
              <a:solidFill>
                <a:srgbClr val="475569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78" name="SludgePump_Casing_234">
              <a:extLst>
                <a:ext uri="{FF2B5EF4-FFF2-40B4-BE49-F238E27FC236}">
                  <a16:creationId xmlns:a16="http://schemas.microsoft.com/office/drawing/2014/main" id="{2FD9DB64-AA4C-1D80-A1BF-1DA989FAE8BA}"/>
                </a:ext>
              </a:extLst>
            </p:cNvPr>
            <p:cNvSpPr/>
            <p:nvPr/>
          </p:nvSpPr>
          <p:spPr>
            <a:xfrm>
              <a:off x="8778240" y="2953512"/>
              <a:ext cx="274320" cy="274320"/>
            </a:xfrm>
            <a:prstGeom prst="ellipse">
              <a:avLst/>
            </a:prstGeom>
            <a:solidFill>
              <a:srgbClr val="0F766E"/>
            </a:solidFill>
            <a:ln w="12700">
              <a:solidFill>
                <a:srgbClr val="134E4A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80" name="Label_211">
            <a:extLst>
              <a:ext uri="{FF2B5EF4-FFF2-40B4-BE49-F238E27FC236}">
                <a16:creationId xmlns:a16="http://schemas.microsoft.com/office/drawing/2014/main" id="{8548A7A4-A988-96CF-AB74-3B5E038BC4C2}"/>
              </a:ext>
            </a:extLst>
          </p:cNvPr>
          <p:cNvSpPr txBox="1"/>
          <p:nvPr/>
        </p:nvSpPr>
        <p:spPr>
          <a:xfrm>
            <a:off x="3930764" y="2609508"/>
            <a:ext cx="1463040" cy="694944"/>
          </a:xfrm>
          <a:prstGeom prst="rect">
            <a:avLst/>
          </a:prstGeom>
          <a:solidFill>
            <a:schemeClr val="bg1">
              <a:lumMod val="85000"/>
            </a:schemeClr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Water Pump</a:t>
            </a:r>
            <a:endParaRPr lang="en-US" dirty="0"/>
          </a:p>
        </p:txBody>
      </p:sp>
      <p:sp>
        <p:nvSpPr>
          <p:cNvPr id="382" name="Label_211">
            <a:extLst>
              <a:ext uri="{FF2B5EF4-FFF2-40B4-BE49-F238E27FC236}">
                <a16:creationId xmlns:a16="http://schemas.microsoft.com/office/drawing/2014/main" id="{4ADAC52D-77E4-3555-5065-784F1E5344C9}"/>
              </a:ext>
            </a:extLst>
          </p:cNvPr>
          <p:cNvSpPr txBox="1"/>
          <p:nvPr/>
        </p:nvSpPr>
        <p:spPr>
          <a:xfrm>
            <a:off x="9308592" y="3128509"/>
            <a:ext cx="1463040" cy="694944"/>
          </a:xfrm>
          <a:prstGeom prst="rect">
            <a:avLst/>
          </a:prstGeom>
          <a:solidFill>
            <a:schemeClr val="bg1">
              <a:lumMod val="85000"/>
            </a:schemeClr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Sludge Recirculation</a:t>
            </a:r>
            <a:endParaRPr lang="en-US" dirty="0"/>
          </a:p>
        </p:txBody>
      </p:sp>
      <p:sp>
        <p:nvSpPr>
          <p:cNvPr id="384" name="Label_211">
            <a:extLst>
              <a:ext uri="{FF2B5EF4-FFF2-40B4-BE49-F238E27FC236}">
                <a16:creationId xmlns:a16="http://schemas.microsoft.com/office/drawing/2014/main" id="{3A3D34BD-2BCD-CC8E-A095-D197AC3F65F2}"/>
              </a:ext>
            </a:extLst>
          </p:cNvPr>
          <p:cNvSpPr txBox="1"/>
          <p:nvPr/>
        </p:nvSpPr>
        <p:spPr>
          <a:xfrm>
            <a:off x="8619550" y="5193792"/>
            <a:ext cx="1463040" cy="694944"/>
          </a:xfrm>
          <a:prstGeom prst="rect">
            <a:avLst/>
          </a:prstGeom>
          <a:solidFill>
            <a:schemeClr val="bg1">
              <a:lumMod val="85000"/>
            </a:schemeClr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 Pump</a:t>
            </a:r>
            <a:endParaRPr lang="en-US" dirty="0"/>
          </a:p>
        </p:txBody>
      </p:sp>
      <p:sp>
        <p:nvSpPr>
          <p:cNvPr id="385" name="Oval 384">
            <a:extLst>
              <a:ext uri="{FF2B5EF4-FFF2-40B4-BE49-F238E27FC236}">
                <a16:creationId xmlns:a16="http://schemas.microsoft.com/office/drawing/2014/main" id="{68B398E5-B9E9-635A-64FD-4C21C6DCB691}"/>
              </a:ext>
            </a:extLst>
          </p:cNvPr>
          <p:cNvSpPr/>
          <p:nvPr/>
        </p:nvSpPr>
        <p:spPr>
          <a:xfrm>
            <a:off x="3388669" y="1086648"/>
            <a:ext cx="446421" cy="36873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dirty="0"/>
              <a:t>L</a:t>
            </a:r>
            <a:endParaRPr lang="en-US" dirty="0"/>
          </a:p>
        </p:txBody>
      </p:sp>
      <p:sp>
        <p:nvSpPr>
          <p:cNvPr id="387" name="Oval 386">
            <a:extLst>
              <a:ext uri="{FF2B5EF4-FFF2-40B4-BE49-F238E27FC236}">
                <a16:creationId xmlns:a16="http://schemas.microsoft.com/office/drawing/2014/main" id="{AA0B1246-BC72-F3B7-086D-B9BA19E3BDC7}"/>
              </a:ext>
            </a:extLst>
          </p:cNvPr>
          <p:cNvSpPr/>
          <p:nvPr/>
        </p:nvSpPr>
        <p:spPr>
          <a:xfrm>
            <a:off x="10098055" y="4054790"/>
            <a:ext cx="446421" cy="36873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dirty="0"/>
              <a:t>L</a:t>
            </a:r>
            <a:endParaRPr lang="en-US" dirty="0"/>
          </a:p>
        </p:txBody>
      </p:sp>
      <p:sp>
        <p:nvSpPr>
          <p:cNvPr id="389" name="Oval 388">
            <a:extLst>
              <a:ext uri="{FF2B5EF4-FFF2-40B4-BE49-F238E27FC236}">
                <a16:creationId xmlns:a16="http://schemas.microsoft.com/office/drawing/2014/main" id="{201C9AF9-10F2-C90C-4752-14F8F00B3D29}"/>
              </a:ext>
            </a:extLst>
          </p:cNvPr>
          <p:cNvSpPr/>
          <p:nvPr/>
        </p:nvSpPr>
        <p:spPr>
          <a:xfrm>
            <a:off x="3881849" y="3608904"/>
            <a:ext cx="446421" cy="36873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dirty="0"/>
              <a:t>L</a:t>
            </a: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86</Words>
  <Application>Microsoft Office PowerPoint</Application>
  <PresentationFormat>Widescreen</PresentationFormat>
  <Paragraphs>30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MBBR STP Pictorial Schematic</dc:title>
  <dc:subject>PptxGenJS Presentation</dc:subject>
  <dc:creator>PptxGenJS</dc:creator>
  <cp:lastModifiedBy>Author</cp:lastModifiedBy>
  <cp:revision>7</cp:revision>
  <dcterms:created xsi:type="dcterms:W3CDTF">2026-10-26T15:49:21Z</dcterms:created>
  <dcterms:modified xsi:type="dcterms:W3CDTF">2026-10-26T16:03:52Z</dcterms:modified>
</cp:coreProperties>
</file>